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f4a883eedd1403a" /><Relationship Type="http://schemas.openxmlformats.org/officeDocument/2006/relationships/extended-properties" Target="/docProps/app.xml" Id="R76298e4558d34813" /><Relationship Type="http://schemas.openxmlformats.org/officeDocument/2006/relationships/officeDocument" Target="/ppt/presentation.xml" Id="Rc9de7e5e155144de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d64ab53490a64364"/>
    <p:sldMasterId xmlns:r="http://schemas.openxmlformats.org/officeDocument/2006/relationships" id="2147483707" r:id="R27b41049e9134919"/>
  </p:sldMasterIdLst>
  <p:notesMasterIdLst>
    <p:notesMasterId xmlns:r="http://schemas.openxmlformats.org/officeDocument/2006/relationships" r:id="R700b3eeb39ce4e2f"/>
  </p:notesMasterIdLst>
  <p:sldIdLst>
    <p:sldId xmlns:r="http://schemas.openxmlformats.org/officeDocument/2006/relationships" id="256" r:id="R5a204d81c2034c25"/>
    <p:sldId xmlns:r="http://schemas.openxmlformats.org/officeDocument/2006/relationships" id="257" r:id="Rf1bd4433e7164c10"/>
    <p:sldId xmlns:r="http://schemas.openxmlformats.org/officeDocument/2006/relationships" id="258" r:id="Rf82657c1be034cf9"/>
    <p:sldId xmlns:r="http://schemas.openxmlformats.org/officeDocument/2006/relationships" id="259" r:id="R26661fb25ef04dc5"/>
    <p:sldId xmlns:r="http://schemas.openxmlformats.org/officeDocument/2006/relationships" id="260" r:id="R340a467e919c4575"/>
    <p:sldId xmlns:r="http://schemas.openxmlformats.org/officeDocument/2006/relationships" id="261" r:id="R77616c3729db4bfb"/>
    <p:sldId xmlns:r="http://schemas.openxmlformats.org/officeDocument/2006/relationships" id="262" r:id="R8a0b75d37a09449c"/>
    <p:sldId xmlns:r="http://schemas.openxmlformats.org/officeDocument/2006/relationships" id="263" r:id="Rbf0cbd765dd64367"/>
    <p:sldId xmlns:r="http://schemas.openxmlformats.org/officeDocument/2006/relationships" id="264" r:id="Rdda10313163a4043"/>
    <p:sldId xmlns:r="http://schemas.openxmlformats.org/officeDocument/2006/relationships" id="265" r:id="R9db293ce66044fd5"/>
    <p:sldId xmlns:r="http://schemas.openxmlformats.org/officeDocument/2006/relationships" id="266" r:id="R053f9bd3ecd6489e"/>
    <p:sldId xmlns:r="http://schemas.openxmlformats.org/officeDocument/2006/relationships" id="267" r:id="Rbf05355846184028"/>
    <p:sldId xmlns:r="http://schemas.openxmlformats.org/officeDocument/2006/relationships" id="268" r:id="R491796dc7c064224"/>
    <p:sldId xmlns:r="http://schemas.openxmlformats.org/officeDocument/2006/relationships" id="269" r:id="R86d496885d8a439e"/>
    <p:sldId xmlns:r="http://schemas.openxmlformats.org/officeDocument/2006/relationships" id="270" r:id="R4d1b96b18e4d45ed"/>
    <p:sldId xmlns:r="http://schemas.openxmlformats.org/officeDocument/2006/relationships" id="271" r:id="Rfdc9066fdf3e46b0"/>
    <p:sldId xmlns:r="http://schemas.openxmlformats.org/officeDocument/2006/relationships" id="272" r:id="Rb3b3f6437080415e"/>
    <p:sldId xmlns:r="http://schemas.openxmlformats.org/officeDocument/2006/relationships" id="273" r:id="Rc92102f23ef74419"/>
    <p:sldId xmlns:r="http://schemas.openxmlformats.org/officeDocument/2006/relationships" id="274" r:id="R7244226f60c94636"/>
    <p:sldId xmlns:r="http://schemas.openxmlformats.org/officeDocument/2006/relationships" id="275" r:id="R79c33f8eae6d456a"/>
  </p:sldIdLst>
  <p:sldSz cx="12192000" cy="6858000"/>
  <p:notesSz cx="6858000" cy="9144000"/>
  <p:embeddedFontLst>
    <p:embeddedFont>
      <p:font typeface="Amazon Ember"/>
      <p:regular xmlns:r="http://schemas.openxmlformats.org/officeDocument/2006/relationships" r:id="R2d718f8a8e2b4cda"/>
      <p:bold xmlns:r="http://schemas.openxmlformats.org/officeDocument/2006/relationships" r:id="Rca5313db44c64f2c"/>
      <p:italic xmlns:r="http://schemas.openxmlformats.org/officeDocument/2006/relationships" r:id="R8c4f0ede4d0d4e96"/>
      <p:boldItalic xmlns:r="http://schemas.openxmlformats.org/officeDocument/2006/relationships" r:id="R2dc44318258c4e5e"/>
    </p:embeddedFont>
    <p:embeddedFont>
      <p:font typeface="Amazon Ember Display"/>
      <p:regular xmlns:r="http://schemas.openxmlformats.org/officeDocument/2006/relationships" r:id="R2920cb7d0b0a4256"/>
      <p:bold xmlns:r="http://schemas.openxmlformats.org/officeDocument/2006/relationships" r:id="Rb9f1448a31ab449f"/>
      <p:italic xmlns:r="http://schemas.openxmlformats.org/officeDocument/2006/relationships" r:id="R7011f45c65034c52"/>
      <p:boldItalic xmlns:r="http://schemas.openxmlformats.org/officeDocument/2006/relationships" r:id="R5781d5d81b0d4214"/>
    </p:embeddedFont>
    <p:embeddedFont>
      <p:font typeface="Amazon Ember Mono"/>
      <p:regular xmlns:r="http://schemas.openxmlformats.org/officeDocument/2006/relationships" r:id="R8aa6f4692ca3424e"/>
      <p:bold xmlns:r="http://schemas.openxmlformats.org/officeDocument/2006/relationships" r:id="Reb2a3bf4dc684973"/>
      <p:italic xmlns:r="http://schemas.openxmlformats.org/officeDocument/2006/relationships" r:id="Rb98afa54336d4e3a"/>
      <p:boldItalic xmlns:r="http://schemas.openxmlformats.org/officeDocument/2006/relationships" r:id="Rf8b976da498e48f9"/>
    </p:embeddedFont>
  </p:embeddedFontLst>
</p:presentation>
</file>

<file path=ppt/authors.xml><?xml version="1.0" encoding="utf-8"?>
<p188:authorLst xmlns:p188="http://schemas.microsoft.com/office/powerpoint/2018/8/main">
  <p188:author id="{C3E49B6B-219C-C0EA-8CE9-F612685B0B86}" name="Ummat, Shivi" initials="US" userId="S::shiviu@amazon.com::c9ac934f-fc13-4e5c-8ca4-2104f5fa597c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912C8C85-51F0-491E-9774-3900AFEF0F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f455c1284464040" /><Relationship Type="http://schemas.openxmlformats.org/officeDocument/2006/relationships/slideMaster" Target="/ppt/slideMasters/slideMaster1.xml" Id="Rd64ab53490a64364" /><Relationship Type="http://schemas.openxmlformats.org/officeDocument/2006/relationships/slideMaster" Target="/ppt/slideMasters/slideMaster2.xml" Id="R27b41049e9134919" /><Relationship Type="http://schemas.openxmlformats.org/officeDocument/2006/relationships/notesMaster" Target="/ppt/notesMasters/notesMaster1.xml" Id="R700b3eeb39ce4e2f" /><Relationship Type="http://schemas.openxmlformats.org/officeDocument/2006/relationships/presProps" Target="/ppt/presProps.xml" Id="Rbca864ca0f314d2b" /><Relationship Type="http://schemas.openxmlformats.org/officeDocument/2006/relationships/viewProps" Target="/ppt/viewProps.xml" Id="R34983cf575494807" /><Relationship Type="http://schemas.openxmlformats.org/officeDocument/2006/relationships/tableStyles" Target="/ppt/tableStyles.xml" Id="Rdbd97dad49e34b82" /><Relationship Type="http://schemas.openxmlformats.org/officeDocument/2006/relationships/font" Target="/ppt/fonts/font.dat" Id="R2d718f8a8e2b4cda" /><Relationship Type="http://schemas.openxmlformats.org/officeDocument/2006/relationships/font" Target="/ppt/fonts/font2.dat" Id="Rca5313db44c64f2c" /><Relationship Type="http://schemas.openxmlformats.org/officeDocument/2006/relationships/font" Target="/ppt/fonts/font3.dat" Id="R8c4f0ede4d0d4e96" /><Relationship Type="http://schemas.openxmlformats.org/officeDocument/2006/relationships/font" Target="/ppt/fonts/font4.dat" Id="R2dc44318258c4e5e" /><Relationship Type="http://schemas.openxmlformats.org/officeDocument/2006/relationships/font" Target="/ppt/fonts/font5.dat" Id="R2920cb7d0b0a4256" /><Relationship Type="http://schemas.openxmlformats.org/officeDocument/2006/relationships/font" Target="/ppt/fonts/font6.dat" Id="Rb9f1448a31ab449f" /><Relationship Type="http://schemas.openxmlformats.org/officeDocument/2006/relationships/font" Target="/ppt/fonts/font7.dat" Id="R7011f45c65034c52" /><Relationship Type="http://schemas.openxmlformats.org/officeDocument/2006/relationships/font" Target="/ppt/fonts/font8.dat" Id="R5781d5d81b0d4214" /><Relationship Type="http://schemas.openxmlformats.org/officeDocument/2006/relationships/font" Target="/ppt/fonts/font9.dat" Id="R8aa6f4692ca3424e" /><Relationship Type="http://schemas.openxmlformats.org/officeDocument/2006/relationships/font" Target="/ppt/fonts/font10.dat" Id="Reb2a3bf4dc684973" /><Relationship Type="http://schemas.openxmlformats.org/officeDocument/2006/relationships/font" Target="/ppt/fonts/font11.dat" Id="Rb98afa54336d4e3a" /><Relationship Type="http://schemas.openxmlformats.org/officeDocument/2006/relationships/font" Target="/ppt/fonts/font12.dat" Id="Rf8b976da498e48f9" /><Relationship Type="http://schemas.microsoft.com/office/2018/10/relationships/authors" Target="/ppt/authors.xml" Id="Re1afc0d0fe7448d8" /><Relationship Type="http://schemas.openxmlformats.org/officeDocument/2006/relationships/slide" Target="/ppt/slides/slide1.xml" Id="R5a204d81c2034c25" /><Relationship Type="http://schemas.openxmlformats.org/officeDocument/2006/relationships/slide" Target="/ppt/slides/slide2.xml" Id="Rf1bd4433e7164c10" /><Relationship Type="http://schemas.openxmlformats.org/officeDocument/2006/relationships/slide" Target="/ppt/slides/slide3.xml" Id="Rf82657c1be034cf9" /><Relationship Type="http://schemas.openxmlformats.org/officeDocument/2006/relationships/slide" Target="/ppt/slides/slide4.xml" Id="R26661fb25ef04dc5" /><Relationship Type="http://schemas.openxmlformats.org/officeDocument/2006/relationships/slide" Target="/ppt/slides/slide5.xml" Id="R340a467e919c4575" /><Relationship Type="http://schemas.openxmlformats.org/officeDocument/2006/relationships/slide" Target="/ppt/slides/slide6.xml" Id="R77616c3729db4bfb" /><Relationship Type="http://schemas.openxmlformats.org/officeDocument/2006/relationships/slide" Target="/ppt/slides/slide7.xml" Id="R8a0b75d37a09449c" /><Relationship Type="http://schemas.openxmlformats.org/officeDocument/2006/relationships/slide" Target="/ppt/slides/slide8.xml" Id="Rbf0cbd765dd64367" /><Relationship Type="http://schemas.openxmlformats.org/officeDocument/2006/relationships/slide" Target="/ppt/slides/slide9.xml" Id="Rdda10313163a4043" /><Relationship Type="http://schemas.openxmlformats.org/officeDocument/2006/relationships/slide" Target="/ppt/slides/slide10.xml" Id="R9db293ce66044fd5" /><Relationship Type="http://schemas.openxmlformats.org/officeDocument/2006/relationships/slide" Target="/ppt/slides/slide11.xml" Id="R053f9bd3ecd6489e" /><Relationship Type="http://schemas.openxmlformats.org/officeDocument/2006/relationships/slide" Target="/ppt/slides/slide12.xml" Id="Rbf05355846184028" /><Relationship Type="http://schemas.openxmlformats.org/officeDocument/2006/relationships/slide" Target="/ppt/slides/slide13.xml" Id="R491796dc7c064224" /><Relationship Type="http://schemas.openxmlformats.org/officeDocument/2006/relationships/slide" Target="/ppt/slides/slide14.xml" Id="R86d496885d8a439e" /><Relationship Type="http://schemas.openxmlformats.org/officeDocument/2006/relationships/slide" Target="/ppt/slides/slide15.xml" Id="R4d1b96b18e4d45ed" /><Relationship Type="http://schemas.openxmlformats.org/officeDocument/2006/relationships/slide" Target="/ppt/slides/slide16.xml" Id="Rfdc9066fdf3e46b0" /><Relationship Type="http://schemas.openxmlformats.org/officeDocument/2006/relationships/slide" Target="/ppt/slides/slide17.xml" Id="Rb3b3f6437080415e" /><Relationship Type="http://schemas.openxmlformats.org/officeDocument/2006/relationships/slide" Target="/ppt/slides/slide18.xml" Id="Rc92102f23ef74419" /><Relationship Type="http://schemas.openxmlformats.org/officeDocument/2006/relationships/slide" Target="/ppt/slides/slide19.xml" Id="R7244226f60c94636" /><Relationship Type="http://schemas.openxmlformats.org/officeDocument/2006/relationships/slide" Target="/ppt/slides/slide20.xml" Id="R79c33f8eae6d45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87a46b0ee2f7475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AWS 202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fd69ba082264058" /><Relationship Type="http://schemas.openxmlformats.org/officeDocument/2006/relationships/notesMaster" Target="/ppt/notesMasters/notesMaster1.xml" Id="Rbfd3e624572f4cc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3c7b6ad112424f" /><Relationship Type="http://schemas.openxmlformats.org/officeDocument/2006/relationships/notesMaster" Target="/ppt/notesMasters/notesMaster1.xml" Id="R5e304e84788f43c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4fccc1df36e4681" /><Relationship Type="http://schemas.openxmlformats.org/officeDocument/2006/relationships/notesMaster" Target="/ppt/notesMasters/notesMaster1.xml" Id="R48eb18a2f2c3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ca60fac94840e9" /><Relationship Type="http://schemas.openxmlformats.org/officeDocument/2006/relationships/notesMaster" Target="/ppt/notesMasters/notesMaster1.xml" Id="R2d0c7f6572c4431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fcad3c49e4745f7" /><Relationship Type="http://schemas.openxmlformats.org/officeDocument/2006/relationships/notesMaster" Target="/ppt/notesMasters/notesMaster1.xml" Id="R382167e440fe43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04764371aa4fa2" /><Relationship Type="http://schemas.openxmlformats.org/officeDocument/2006/relationships/notesMaster" Target="/ppt/notesMasters/notesMaster1.xml" Id="Rf4049a3e83064f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af86152be741e9" /><Relationship Type="http://schemas.openxmlformats.org/officeDocument/2006/relationships/notesMaster" Target="/ppt/notesMasters/notesMaster1.xml" Id="R9627b016c998461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a63ff835b64d6f" /><Relationship Type="http://schemas.openxmlformats.org/officeDocument/2006/relationships/notesMaster" Target="/ppt/notesMasters/notesMaster1.xml" Id="R5752a191524c489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9191bfae0dc4a4a" /><Relationship Type="http://schemas.openxmlformats.org/officeDocument/2006/relationships/notesMaster" Target="/ppt/notesMasters/notesMaster1.xml" Id="R61ae3345ef80450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b1049e83e0e476c" /><Relationship Type="http://schemas.openxmlformats.org/officeDocument/2006/relationships/notesMaster" Target="/ppt/notesMasters/notesMaster1.xml" Id="R8dfd3e0809b44b4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5b7d5cbd584e18" /><Relationship Type="http://schemas.openxmlformats.org/officeDocument/2006/relationships/notesMaster" Target="/ppt/notesMasters/notesMaster1.xml" Id="R96fa1fd2093e495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831e61821dd4415" /><Relationship Type="http://schemas.openxmlformats.org/officeDocument/2006/relationships/notesMaster" Target="/ppt/notesMasters/notesMaster1.xml" Id="R2f1cd70db6064b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c257f90570e4aef" /><Relationship Type="http://schemas.openxmlformats.org/officeDocument/2006/relationships/notesMaster" Target="/ppt/notesMasters/notesMaster1.xml" Id="Rc536ee450e70408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4bc4bd36aba402e" /><Relationship Type="http://schemas.openxmlformats.org/officeDocument/2006/relationships/notesMaster" Target="/ppt/notesMasters/notesMaster1.xml" Id="R2a0156bc1a31423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c96fd2a1f9c4e6d" /><Relationship Type="http://schemas.openxmlformats.org/officeDocument/2006/relationships/notesMaster" Target="/ppt/notesMasters/notesMaster1.xml" Id="R12940cc2d8094a6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57657e9df7449c0" /><Relationship Type="http://schemas.openxmlformats.org/officeDocument/2006/relationships/notesMaster" Target="/ppt/notesMasters/notesMaster1.xml" Id="R94079f1879224c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18590e08d343fc" /><Relationship Type="http://schemas.openxmlformats.org/officeDocument/2006/relationships/notesMaster" Target="/ppt/notesMasters/notesMaster1.xml" Id="R854ae203e63d436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81d4b1ee02314b88" /><Relationship Type="http://schemas.openxmlformats.org/officeDocument/2006/relationships/notesMaster" Target="/ppt/notesMasters/notesMaster1.xml" Id="Rb3aa4580dded4c6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f8b4f75e802484e" /><Relationship Type="http://schemas.openxmlformats.org/officeDocument/2006/relationships/notesMaster" Target="/ppt/notesMasters/notesMaster1.xml" Id="Rb89ee6c55db3482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4c5f2474ff04ab6" /><Relationship Type="http://schemas.openxmlformats.org/officeDocument/2006/relationships/notesMaster" Target="/ppt/notesMasters/notesMaster1.xml" Id="R039d1ceec309483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Evaluations and calculating scores is not enough.</a:t>
            </a:r>
          </a:p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What we really need to do is use the evals to feed back into the system and improve the design.</a:t>
            </a:r>
          </a:p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We often see evals where we run the same prompt against 10 LLMs, calculate a "score", and pick the model with the best result. This is not a complete loop. We need to go back and improve the system based on our evals.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This will be covered in the "Understanding Failures" Module!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latin typeface="Calibri"/>
                <a:ea typeface="Calibri"/>
                <a:cs typeface="Calibri"/>
              </a:rPr>
              <a:t>There’s a lot to look at here! Start with </a:t>
            </a:r>
            <a:r>
              <a:rPr>
                <a:latin typeface="Calibri"/>
                <a:ea typeface="Calibri"/>
                <a:cs typeface="Calibri"/>
              </a:rPr>
              <a:t>AgentCore</a:t>
            </a:r>
            <a:r>
              <a:rPr>
                <a:latin typeface="Calibri"/>
                <a:ea typeface="Calibri"/>
                <a:cs typeface="Calibri"/>
              </a:rPr>
              <a:t> evals framework if it’s too much to digest.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13d2fadd984c57" /><Relationship Type="http://schemas.openxmlformats.org/officeDocument/2006/relationships/image" Target="/ppt/media/image3.png" Id="Rc833e803b33b4997" /><Relationship Type="http://schemas.openxmlformats.org/officeDocument/2006/relationships/image" Target="/ppt/media/image4.png" Id="Rb49e1cdc5514492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44d3814d49414c" /><Relationship Type="http://schemas.openxmlformats.org/officeDocument/2006/relationships/image" Target="/ppt/media/image5.png" Id="Rb949ee2e6d4b42c3" /><Relationship Type="http://schemas.openxmlformats.org/officeDocument/2006/relationships/image" Target="/ppt/media/image4.png" Id="R597a10e53e7e436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f72ab943cf4569" /><Relationship Type="http://schemas.openxmlformats.org/officeDocument/2006/relationships/image" Target="/ppt/media/image6.png" Id="Rd32b805a8b1b4658" /><Relationship Type="http://schemas.openxmlformats.org/officeDocument/2006/relationships/image" Target="/ppt/media/image4.png" Id="R7131773006044ec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f69c2f89a493a" /><Relationship Type="http://schemas.openxmlformats.org/officeDocument/2006/relationships/image" Target="/ppt/media/image7.png" Id="Radf478f7b9c04bad" /><Relationship Type="http://schemas.openxmlformats.org/officeDocument/2006/relationships/image" Target="/ppt/media/image4.png" Id="Re1a7f4fede584e3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ff24f56c5d4ca5" /><Relationship Type="http://schemas.openxmlformats.org/officeDocument/2006/relationships/image" Target="/ppt/media/image8.png" Id="R4f47d69e1606427e" /><Relationship Type="http://schemas.openxmlformats.org/officeDocument/2006/relationships/image" Target="/ppt/media/image4.png" Id="Rd39048218a3a409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003ce2e49499e" /><Relationship Type="http://schemas.openxmlformats.org/officeDocument/2006/relationships/image" Target="/ppt/media/image9.png" Id="Rf16167793faa467a" /><Relationship Type="http://schemas.openxmlformats.org/officeDocument/2006/relationships/image" Target="/ppt/media/image4.png" Id="Rb00bdaadce5f4f8d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6f517955f54c58" /><Relationship Type="http://schemas.openxmlformats.org/officeDocument/2006/relationships/image" Target="/ppt/media/image3.png" Id="R680951356e6d4e83" /><Relationship Type="http://schemas.openxmlformats.org/officeDocument/2006/relationships/image" Target="/ppt/media/image4.png" Id="Rc53253621211479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fe2eb138504a70" /><Relationship Type="http://schemas.openxmlformats.org/officeDocument/2006/relationships/image" Target="/ppt/media/image5.png" Id="R6e6ff20ed8e74de8" /><Relationship Type="http://schemas.openxmlformats.org/officeDocument/2006/relationships/image" Target="/ppt/media/image4.png" Id="R91c421363c324ee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e93fb48ba34066" /><Relationship Type="http://schemas.openxmlformats.org/officeDocument/2006/relationships/image" Target="/ppt/media/image6.png" Id="Rd2a9083e963d416f" /><Relationship Type="http://schemas.openxmlformats.org/officeDocument/2006/relationships/image" Target="/ppt/media/image4.png" Id="R73f9e387b0e6422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2b03a89a68471a" /><Relationship Type="http://schemas.openxmlformats.org/officeDocument/2006/relationships/image" Target="/ppt/media/image10.png" Id="Rbc6716ef66a547a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812001ca5b47a1" /><Relationship Type="http://schemas.openxmlformats.org/officeDocument/2006/relationships/image" Target="/ppt/media/image11.png" Id="R447b3f9d1bf149e8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8b799b80494a44" /><Relationship Type="http://schemas.openxmlformats.org/officeDocument/2006/relationships/image" Target="/ppt/media/image12.png" Id="R42a43584585241a1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dd0af6194c4ce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286672b86246e3" /><Relationship Type="http://schemas.openxmlformats.org/officeDocument/2006/relationships/image" Target="/ppt/media/image13.png" Id="R6384d2dfe1964e6c" /><Relationship Type="http://schemas.openxmlformats.org/officeDocument/2006/relationships/image" Target="/ppt/media/image2.png" Id="Rf49a3f204d6a4b14" /><Relationship Type="http://schemas.openxmlformats.org/officeDocument/2006/relationships/image" Target="/ppt/media/image.png" Id="Rb081803c8ed343c1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02c86b2b18486c" /><Relationship Type="http://schemas.openxmlformats.org/officeDocument/2006/relationships/image" Target="/ppt/media/image14.png" Id="R001bc312ada447a8" /><Relationship Type="http://schemas.openxmlformats.org/officeDocument/2006/relationships/image" Target="/ppt/media/image2.png" Id="Rce668e468f034886" /><Relationship Type="http://schemas.openxmlformats.org/officeDocument/2006/relationships/image" Target="/ppt/media/image.png" Id="R6eeda796deeb4c7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ad15ce5f8c4ad6" /><Relationship Type="http://schemas.openxmlformats.org/officeDocument/2006/relationships/image" Target="/ppt/media/image15.png" Id="R2e5dca5c60ea4d66" /><Relationship Type="http://schemas.openxmlformats.org/officeDocument/2006/relationships/image" Target="/ppt/media/image2.png" Id="Rad32f21ac1b8444e" /><Relationship Type="http://schemas.openxmlformats.org/officeDocument/2006/relationships/image" Target="/ppt/media/image.png" Id="Ra07fdeead200416d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5681febcd4935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44d55c3c24afd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fbc35333f14a0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8671edcf2d47b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02cbfa5ce44d9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5fdd97c44543e8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aa5164001444de" /><Relationship Type="http://schemas.openxmlformats.org/officeDocument/2006/relationships/image" Target="/ppt/media/image16.png" Id="R9c5bf0a952ce461a" /><Relationship Type="http://schemas.openxmlformats.org/officeDocument/2006/relationships/image" Target="/ppt/media/image.png" Id="Rd4fa569572694cd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62fbc0233f4857" /><Relationship Type="http://schemas.openxmlformats.org/officeDocument/2006/relationships/image" Target="/ppt/media/image17.png" Id="R24986ec314514ad6" /><Relationship Type="http://schemas.openxmlformats.org/officeDocument/2006/relationships/image" Target="/ppt/media/image.png" Id="R2f1b1596b4a6448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f1b7979da430f" /><Relationship Type="http://schemas.openxmlformats.org/officeDocument/2006/relationships/image" Target="/ppt/media/image18.png" Id="R99ce540cdc8e42b4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1a2574c4f4409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1b4478b63c40f4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23f536f69e4a41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0181c158f40c5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b3c905b303435f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35bde467e84c5a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ea40b7ed3b4068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3c7847312437b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f1e0ecfc7a4b84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6a75769e2ce453b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3b4f7d359e4251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6aeb7cc81434b" /><Relationship Type="http://schemas.openxmlformats.org/officeDocument/2006/relationships/image" Target="/ppt/media/image19.png" Id="R9c327e150a564bdd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cf04bea4054b8c" /><Relationship Type="http://schemas.openxmlformats.org/officeDocument/2006/relationships/image" Target="/ppt/media/image20.png" Id="R00fb256812fd4ed0" /><Relationship Type="http://schemas.openxmlformats.org/officeDocument/2006/relationships/image" Target="/ppt/media/image.png" Id="Rfbd4821f9a3b4b47" /><Relationship Type="http://schemas.openxmlformats.org/officeDocument/2006/relationships/image" Target="/ppt/media/image19.png" Id="R87ab93e54e7748cf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0ad3369d7a41c6" /><Relationship Type="http://schemas.openxmlformats.org/officeDocument/2006/relationships/image" Target="/ppt/media/image21.png" Id="Rf3dea497402a4360" /><Relationship Type="http://schemas.openxmlformats.org/officeDocument/2006/relationships/image" Target="/ppt/media/image.png" Id="R758e770c00d54d29" /><Relationship Type="http://schemas.openxmlformats.org/officeDocument/2006/relationships/image" Target="/ppt/media/image19.png" Id="Rdba21d96d6894f1d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c62ddeaf57412b" /><Relationship Type="http://schemas.openxmlformats.org/officeDocument/2006/relationships/image" Target="/ppt/media/image22.png" Id="R15e3fdb3c1a34936" /><Relationship Type="http://schemas.openxmlformats.org/officeDocument/2006/relationships/image" Target="/ppt/media/image.png" Id="R15b2307e45fb464f" /><Relationship Type="http://schemas.openxmlformats.org/officeDocument/2006/relationships/image" Target="/ppt/media/image19.png" Id="R4cb5d3fb4bef4f06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f81cf1d7b34772" /><Relationship Type="http://schemas.openxmlformats.org/officeDocument/2006/relationships/image" Target="/ppt/media/image13.png" Id="Rc596b301a97a44ee" /><Relationship Type="http://schemas.openxmlformats.org/officeDocument/2006/relationships/image" Target="/ppt/media/image.png" Id="Rc200df02f1e741a6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ba4fd957f48db" /><Relationship Type="http://schemas.openxmlformats.org/officeDocument/2006/relationships/image" Target="/ppt/media/image14.png" Id="Rd6ed84a06cf14edb" /><Relationship Type="http://schemas.openxmlformats.org/officeDocument/2006/relationships/image" Target="/ppt/media/image.png" Id="Rd88bf268775f4818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ffe5547f42042f4" /><Relationship Type="http://schemas.openxmlformats.org/officeDocument/2006/relationships/image" Target="/ppt/media/image15.png" Id="Ra3aac4a1df8d4bb3" /><Relationship Type="http://schemas.openxmlformats.org/officeDocument/2006/relationships/image" Target="/ppt/media/image.png" Id="R7a8f5bf387584d9f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25b373d9c8436f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079404656400d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6e3175492349c9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6bf220fe0416c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ff129cf3b846e7" /><Relationship Type="http://schemas.openxmlformats.org/officeDocument/2006/relationships/image" Target="/ppt/media/image23.png" Id="R7d7d638abbe145e8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c585d3b4cc4f2d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2d46dc9fcd4ba7" /><Relationship Type="http://schemas.openxmlformats.org/officeDocument/2006/relationships/image" Target="/ppt/media/image3.png" Id="Ra943f00b004245cc" /><Relationship Type="http://schemas.openxmlformats.org/officeDocument/2006/relationships/image" Target="/ppt/media/image4.png" Id="R0e9e64db67754f00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816272a884eb6" /><Relationship Type="http://schemas.openxmlformats.org/officeDocument/2006/relationships/image" Target="/ppt/media/image5.png" Id="R6b6c2f7ca3e04983" /><Relationship Type="http://schemas.openxmlformats.org/officeDocument/2006/relationships/image" Target="/ppt/media/image4.png" Id="R47d762f0e4cc4985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e47e5911584db1" /><Relationship Type="http://schemas.openxmlformats.org/officeDocument/2006/relationships/image" Target="/ppt/media/image6.png" Id="R666420371ffb4d26" /><Relationship Type="http://schemas.openxmlformats.org/officeDocument/2006/relationships/image" Target="/ppt/media/image4.png" Id="R84faa445df694c07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fa1e3637eb417f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c044dcbd7141d0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f7e0bfc0744d7" /><Relationship Type="http://schemas.openxmlformats.org/officeDocument/2006/relationships/image" Target="/ppt/media/image.svg" Id="R045e0c7e7fbe4e5a" /><Relationship Type="http://schemas.openxmlformats.org/officeDocument/2006/relationships/image" Target="/ppt/media/image.png" Id="Rd9221b13a25a4e06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09aa79789435f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a9c143e8e46e0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68a7a7e0064cde" /><Relationship Type="http://schemas.openxmlformats.org/officeDocument/2006/relationships/image" Target="/ppt/media/image24.png" Id="Rb4343a9ab36c4512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f2dee60f2ea424e" /><Relationship Type="http://schemas.openxmlformats.org/officeDocument/2006/relationships/image" Target="/ppt/media/image25.png" Id="R9f46286a97574086" /><Relationship Type="http://schemas.openxmlformats.org/officeDocument/2006/relationships/image" Target="/ppt/media/image2.png" Id="R048e2798f38a4cb7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9979a6a8934957" /><Relationship Type="http://schemas.openxmlformats.org/officeDocument/2006/relationships/image" Target="/ppt/media/image26.png" Id="R39ac94400f484ed6" /><Relationship Type="http://schemas.openxmlformats.org/officeDocument/2006/relationships/image" Target="/ppt/media/image2.png" Id="R0c54d81fe5a544f0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a6ce65fba0a407e" /><Relationship Type="http://schemas.openxmlformats.org/officeDocument/2006/relationships/image" Target="/ppt/media/image27.png" Id="R2c7a94e774bf4b2a" /><Relationship Type="http://schemas.openxmlformats.org/officeDocument/2006/relationships/image" Target="/ppt/media/image2.png" Id="R4249d24646f048f9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ef1b23da9144a8" /><Relationship Type="http://schemas.openxmlformats.org/officeDocument/2006/relationships/image" Target="/ppt/media/image28.png" Id="R7896c17d00544070" /><Relationship Type="http://schemas.openxmlformats.org/officeDocument/2006/relationships/image" Target="/ppt/media/image2.png" Id="R80dd57eeb9e74b8b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6eea248d7ed407e" /><Relationship Type="http://schemas.openxmlformats.org/officeDocument/2006/relationships/image" Target="/ppt/media/image29.png" Id="R76d0bbe816b34246" /><Relationship Type="http://schemas.openxmlformats.org/officeDocument/2006/relationships/image" Target="/ppt/media/image2.png" Id="R34169150d8564c46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946042d9a14748" /><Relationship Type="http://schemas.openxmlformats.org/officeDocument/2006/relationships/image" Target="/ppt/media/image30.png" Id="Rc5f65e6a3cdb40dc" /><Relationship Type="http://schemas.openxmlformats.org/officeDocument/2006/relationships/image" Target="/ppt/media/image2.png" Id="Ra3487b4321504402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41bca586c449b9" /><Relationship Type="http://schemas.openxmlformats.org/officeDocument/2006/relationships/image" Target="/ppt/media/image31.png" Id="Ra6365be6dbb348da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876cb6af0dc4354" /><Relationship Type="http://schemas.openxmlformats.org/officeDocument/2006/relationships/image" Target="/ppt/media/image32.png" Id="Rebc9837baf6c4d4d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884ef0140014bc3" /><Relationship Type="http://schemas.openxmlformats.org/officeDocument/2006/relationships/image" Target="/ppt/media/image33.png" Id="Rbcb3b69324224827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ef40989beaf40a7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e711b5854b424c" /><Relationship Type="http://schemas.openxmlformats.org/officeDocument/2006/relationships/image" Target="/ppt/media/image34.png" Id="R4236a6e6f33642af" /><Relationship Type="http://schemas.openxmlformats.org/officeDocument/2006/relationships/image" Target="/ppt/media/image2.png" Id="R14f9ca6d7088494f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30f09d348a5450e" /><Relationship Type="http://schemas.openxmlformats.org/officeDocument/2006/relationships/image" Target="/ppt/media/image35.png" Id="R6bd73371b229465c" /><Relationship Type="http://schemas.openxmlformats.org/officeDocument/2006/relationships/image" Target="/ppt/media/image2.png" Id="R8d2c3acbcb074b74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c7abedf3a55460a" /><Relationship Type="http://schemas.openxmlformats.org/officeDocument/2006/relationships/image" Target="/ppt/media/image36.png" Id="Ra0561d5f1cbe4402" /><Relationship Type="http://schemas.openxmlformats.org/officeDocument/2006/relationships/image" Target="/ppt/media/image2.png" Id="R2f3cd053d66c4c9f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f05dc956bd4d72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efc8bfbcbab4f9c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b7a534fa3974043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ef21e5a0eb946c3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d6d430cb8fb4bae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c6a2466b2fa4ded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cc3a5ac792443ae" /><Relationship Type="http://schemas.openxmlformats.org/officeDocument/2006/relationships/image" Target="/ppt/media/image37.png" Id="Ra1b2bb421ba94590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5d5f44a42349f0" /><Relationship Type="http://schemas.openxmlformats.org/officeDocument/2006/relationships/image" Target="/ppt/media/image38.png" Id="R34aa1e17e716436e" /><Relationship Type="http://schemas.openxmlformats.org/officeDocument/2006/relationships/image" Target="/ppt/media/image2.png" Id="Rccd0fdcb3afb4466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6ed9123438457e" /><Relationship Type="http://schemas.openxmlformats.org/officeDocument/2006/relationships/image" Target="/ppt/media/image39.png" Id="R02a1bb6799314be1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92345a6ab7f4f39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fa5fdca5924537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39284e723d24d1b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046544f44024f32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1ab0faa1da4750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143fa48ceb46ab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dae8001bd44b1c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a0e758c681547fd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eb87ff48015483e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97b37ef4c7d46f0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4b4b9df33374966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4a21bdcfa194f21" /><Relationship Type="http://schemas.openxmlformats.org/officeDocument/2006/relationships/image" Target="/ppt/media/image40.png" Id="R5d7e7bb92c8c4606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3f84989ca140b9" /><Relationship Type="http://schemas.openxmlformats.org/officeDocument/2006/relationships/image" Target="/ppt/media/image41.png" Id="Ra952d3466901434c" /><Relationship Type="http://schemas.openxmlformats.org/officeDocument/2006/relationships/image" Target="/ppt/media/image2.png" Id="R133e4a9f51194501" /><Relationship Type="http://schemas.openxmlformats.org/officeDocument/2006/relationships/image" Target="/ppt/media/image42.png" Id="Raa7155975dcf4afe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22b33aa326149dd" /><Relationship Type="http://schemas.openxmlformats.org/officeDocument/2006/relationships/image" Target="/ppt/media/image43.png" Id="Ra077859585bb484f" /><Relationship Type="http://schemas.openxmlformats.org/officeDocument/2006/relationships/image" Target="/ppt/media/image2.png" Id="R2e1454d7b87d4b43" /><Relationship Type="http://schemas.openxmlformats.org/officeDocument/2006/relationships/image" Target="/ppt/media/image44.png" Id="R2a539a3e86244fa9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57fdd5aacad43ab" /><Relationship Type="http://schemas.openxmlformats.org/officeDocument/2006/relationships/image" Target="/ppt/media/image45.png" Id="R35c5de764ce0406d" /><Relationship Type="http://schemas.openxmlformats.org/officeDocument/2006/relationships/image" Target="/ppt/media/image2.png" Id="R0a310a0f2fd84d2b" /><Relationship Type="http://schemas.openxmlformats.org/officeDocument/2006/relationships/image" Target="/ppt/media/image40.png" Id="R4b0471eff7794792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5a550a495b841e7" /><Relationship Type="http://schemas.openxmlformats.org/officeDocument/2006/relationships/image" Target="/ppt/media/image34.png" Id="R3452ec2e16ae42eb" /><Relationship Type="http://schemas.openxmlformats.org/officeDocument/2006/relationships/image" Target="/ppt/media/image2.png" Id="R2b2e6dbba66f4197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6c44f740fe24a7c" /><Relationship Type="http://schemas.openxmlformats.org/officeDocument/2006/relationships/image" Target="/ppt/media/image35.png" Id="Reb8a3902bc954d59" /><Relationship Type="http://schemas.openxmlformats.org/officeDocument/2006/relationships/image" Target="/ppt/media/image2.png" Id="R8bb6b516e7fb4fdb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62026d2b475442a" /><Relationship Type="http://schemas.openxmlformats.org/officeDocument/2006/relationships/image" Target="/ppt/media/image36.png" Id="R2e0658b3623a470c" /><Relationship Type="http://schemas.openxmlformats.org/officeDocument/2006/relationships/image" Target="/ppt/media/image2.png" Id="R30d15fb412e64555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7ed13060594c07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eafd399b6834534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354edc3db964838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1c20f4786ba4147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40075f0537b4894" /><Relationship Type="http://schemas.openxmlformats.org/officeDocument/2006/relationships/image" Target="/ppt/media/image23.png" Id="Red8d11d722884216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76143f8028b4e94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376ccd12d2c4083" /><Relationship Type="http://schemas.openxmlformats.org/officeDocument/2006/relationships/image" Target="/ppt/media/image25.png" Id="R5412d40f893c43f5" /><Relationship Type="http://schemas.openxmlformats.org/officeDocument/2006/relationships/image" Target="/ppt/media/image2.png" Id="R4845ea315dbd4646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0994e29b3f846cc" /><Relationship Type="http://schemas.openxmlformats.org/officeDocument/2006/relationships/image" Target="/ppt/media/image26.png" Id="Rd262eb2463a24e0c" /><Relationship Type="http://schemas.openxmlformats.org/officeDocument/2006/relationships/image" Target="/ppt/media/image2.png" Id="Rda58ce063be34ea3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9855067b38b4c31" /><Relationship Type="http://schemas.openxmlformats.org/officeDocument/2006/relationships/image" Target="/ppt/media/image27.png" Id="Rba5c6681560c4a84" /><Relationship Type="http://schemas.openxmlformats.org/officeDocument/2006/relationships/image" Target="/ppt/media/image2.png" Id="R30ab9418475f4831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9789c33e28444d8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b0b98f872db4239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e73862c577642ef" /></Relationships>
</file>

<file path=ppt/slideLayouts/slideLayout1.xml><?xml version="1.0" encoding="utf-8"?>
<p:sldLayout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33e803b33b4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3418321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4366830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8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e1cdc551449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22947"/>
            <a:ext cx="979714" cy="58735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49ee2e6d4b42c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4366830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8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7a10e53e7e43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22947"/>
            <a:ext cx="979714" cy="587352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3418321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2b805a8b1b46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4366830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8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1773006044e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22947"/>
            <a:ext cx="979714" cy="587352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3418321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478f7b9c04b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1918337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8" y="304800"/>
            <a:ext cx="2993681" cy="28895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1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solidFill>
                <a:schemeClr val="tx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2969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33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a7f4fede584e3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7228" y="5740417"/>
            <a:ext cx="783771" cy="469881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5802" y="2471596"/>
            <a:ext cx="6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89278" y="928262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47d69e1606427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33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9048218a3a40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7228" y="5740417"/>
            <a:ext cx="783771" cy="469881"/>
          </a:xfrm>
          <a:prstGeom xmlns:a="http://schemas.openxmlformats.org/drawingml/2006/main" prst="rect">
            <a:avLst/>
          </a:prstGeom>
        </p:spPr>
      </p:pic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8" y="304800"/>
            <a:ext cx="2993681" cy="28895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3">
              <a:lumMod val="20000"/>
              <a:lumOff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solidFill>
                <a:schemeClr val="tx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2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2969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2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1918337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89278" y="928262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2969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pic>
        <p:nvPicPr>
          <p:cNvPr id="30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6167793faa467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34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0bdaadce5f4f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7228" y="5740417"/>
            <a:ext cx="783771" cy="469881"/>
          </a:xfrm>
          <a:prstGeom xmlns:a="http://schemas.openxmlformats.org/drawingml/2006/main" prst="rect">
            <a:avLst/>
          </a:prstGeom>
        </p:spPr>
      </p:pic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8" y="304800"/>
            <a:ext cx="2993681" cy="28895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6">
              <a:lumMod val="40000"/>
              <a:lumOff val="6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solidFill>
                <a:schemeClr val="tx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2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1918337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2969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89278" y="928262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2_Title Slide 1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0951356e6d4e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2536212114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598" y="314619"/>
            <a:ext cx="1283702" cy="769597"/>
          </a:xfrm>
          <a:prstGeom xmlns:a="http://schemas.openxmlformats.org/drawingml/2006/main" prst="rect">
            <a:avLst/>
          </a:prstGeom>
        </p:spPr>
      </p:pic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A667889-09AD-2802-609E-5B422FC70CC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8" y="3965866"/>
            <a:ext cx="3713020" cy="191515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EYEBROW TREATMENT</a:t>
            </a:r>
          </a:p>
        </p:txBody>
      </p:sp>
      <p:sp>
        <p:nvSpPr>
          <p:cNvPr id="11" name="Title 1">
            <a:extLst xmlns:a="http://schemas.openxmlformats.org/drawingml/2006/main">
              <a:ext uri="{FF2B5EF4-FFF2-40B4-BE49-F238E27FC236}">
                <a16:creationId xmlns:a16="http://schemas.microsoft.com/office/drawing/2014/main" id="{6A177297-A5AF-7CEE-5816-E3D493824EEF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4440902"/>
            <a:ext cx="6460999" cy="1665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  <a:br/>
            <a:r>
              <a:t>here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50363E65-101C-AC0F-9792-DAB94457D9B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170126" y="5034988"/>
            <a:ext cx="2544628" cy="3139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In collaboration with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3_Title Slide 1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6ff20ed8e74d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7" y="3965866"/>
            <a:ext cx="3142271" cy="191515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EYEBROW TREATMENT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4440902"/>
            <a:ext cx="6460999" cy="1665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  <a:br/>
            <a:r>
              <a:t>here</a:t>
            </a:r>
          </a:p>
        </p:txBody>
      </p:sp>
      <p:pic>
        <p:nvPicPr>
          <p:cNvPr id="1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421363c324e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598" y="314619"/>
            <a:ext cx="1283702" cy="769597"/>
          </a:xfrm>
          <a:prstGeom xmlns:a="http://schemas.openxmlformats.org/drawingml/2006/main" prst="rect">
            <a:avLst/>
          </a:prstGeom>
        </p:spPr>
      </p:pic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3897E40-56A2-91DD-CCE8-8E38608EBFA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170126" y="5034988"/>
            <a:ext cx="2544628" cy="3139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In collaboration with</a:t>
            </a: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1_Title Slide 1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a9083e963d41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7A14831-118F-D903-FBF8-08F6C0E1C51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8" y="3965866"/>
            <a:ext cx="3170550" cy="191515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3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EYEBROW TREATMENT</a:t>
            </a:r>
          </a:p>
        </p:txBody>
      </p:sp>
      <p:sp>
        <p:nvSpPr>
          <p:cNvPr id="14" name="Title 1">
            <a:extLst xmlns:a="http://schemas.openxmlformats.org/drawingml/2006/main">
              <a:ext uri="{FF2B5EF4-FFF2-40B4-BE49-F238E27FC236}">
                <a16:creationId xmlns:a16="http://schemas.microsoft.com/office/drawing/2014/main" id="{D5667255-5717-15E3-15D5-EE54F25E2498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4440902"/>
            <a:ext cx="6460999" cy="166539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  <a:br/>
            <a:r>
              <a:t>here</a:t>
            </a:r>
          </a:p>
        </p:txBody>
      </p:sp>
      <p:pic>
        <p:nvPicPr>
          <p:cNvPr id="2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f9e387b0e6422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598" y="314619"/>
            <a:ext cx="1283702" cy="769597"/>
          </a:xfrm>
          <a:prstGeom xmlns:a="http://schemas.openxmlformats.org/drawingml/2006/main" prst="rect">
            <a:avLst/>
          </a:prstGeom>
        </p:spPr>
      </p:pic>
      <p:sp>
        <p:nvSpPr>
          <p:cNvPr id="2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37019E3F-7419-4C95-D907-DC1BEA403647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9170126" y="5034988"/>
            <a:ext cx="2544628" cy="3139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ctr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In collaboration with</a:t>
            </a:r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6716ef66a547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5376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Agenda layout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714500"/>
            <a:ext cx="10972800" cy="329320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high-level agenda items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6736434-7E81-994B-854B-1BF33F160A0D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7b3f9d1bf1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714500"/>
            <a:ext cx="10972800" cy="329320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high-level agenda items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6736434-7E81-994B-854B-1BF33F160A0D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5376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Agenda layout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a43584585241a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714500"/>
            <a:ext cx="10972800" cy="3293209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high-level agenda items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6736434-7E81-994B-854B-1BF33F160A0D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D7451C-3F29-6F6D-F332-22252720A0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5376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Agenda layout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only layout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9600D62F-E191-C046-B6EA-E79BE99AA24A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type="titleOnly" preserve="1">
  <p:cSld name="Title Only Gradient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84d2dfe1964e6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only layout with gradient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93093C1-DE68-B74B-A980-4E3BCEBC269D}" type="datetime1">
              <a:t>5/6/26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pic>
        <p:nvPicPr>
          <p:cNvPr id="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9a3f204d6a4b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756"/>
          </a:xfrm>
          <a:prstGeom xmlns:a="http://schemas.openxmlformats.org/drawingml/2006/main" prst="rect">
            <a:avLst/>
          </a:prstGeom>
        </p:spPr>
      </p:pic>
      <p:pic>
        <p:nvPicPr>
          <p:cNvPr id="19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1803c8ed343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428B6B8-8E5D-CCC5-1806-0A8018C1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type="titleOnly" preserve="1">
  <p:cSld name="Title Only Gradient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1bc312ada447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only layout with gradient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93093C1-DE68-B74B-A980-4E3BCEBC269D}" type="datetime1">
              <a:t>5/6/26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pic>
        <p:nvPicPr>
          <p:cNvPr id="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668e468f0348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756"/>
          </a:xfrm>
          <a:prstGeom xmlns:a="http://schemas.openxmlformats.org/drawingml/2006/main" prst="rect">
            <a:avLst/>
          </a:prstGeom>
        </p:spPr>
      </p:pic>
      <p:pic>
        <p:nvPicPr>
          <p:cNvPr id="19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eda796deeb4c7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F9F4A711-3A53-0556-7C8C-BBE097FED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type="titleOnly" preserve="1">
  <p:cSld name="Title Only Gradient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dca5c60ea4d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only layout with gradient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93093C1-DE68-B74B-A980-4E3BCEBC269D}" type="datetime1">
              <a:t>5/6/26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pic>
        <p:nvPicPr>
          <p:cNvPr id="18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32f21ac1b844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756"/>
          </a:xfrm>
          <a:prstGeom xmlns:a="http://schemas.openxmlformats.org/drawingml/2006/main" prst="rect">
            <a:avLst/>
          </a:prstGeom>
        </p:spPr>
      </p:pic>
      <p:pic>
        <p:nvPicPr>
          <p:cNvPr id="19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fdeead20041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D5991EA-CAC1-E0F6-9D55-149B6A0A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and subtitle layout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455968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cap="none" spc="0" baseline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Enter subtitle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1D3B374-854B-EF47-9B56-0018B9F83111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238B2222-37A4-5449-B1D9-9B13ADA59E84}" type="datetime1">
              <a:t>5/6/26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and content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10972800" cy="251145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B9026E32-37D5-A446-8A01-9B6BBEB5E690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and bulleted content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10972800" cy="220368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 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F68F78D1-9721-044C-B65C-A6FC97994CEC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Title, subtitle, and content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33600"/>
            <a:ext cx="10972800" cy="251145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455968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kern="120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/>
              <a:buNone/>
            </a:pPr>
            <a:r>
              <a:t>Enter subtitle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C4422CFE-CB70-E144-AF43-F0FCE393742F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Title, Subtitle, and Bulleted Conten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Title, subtitle, and bulleted content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981200"/>
            <a:ext cx="10972800" cy="2203680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62865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97155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1144588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1316038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457034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kern="120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/>
              <a:buNone/>
            </a:pPr>
            <a:r>
              <a:t>Enter subtitle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F4FC2D43-256D-6645-BCF9-A844B8D70195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5bf0a952ce46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5334000" cy="978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Title, content, and image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71700"/>
            <a:ext cx="5334000" cy="141269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8C0C526-AA41-9246-8D2F-123642CF358A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5F1FFFB4-FF6D-9545-8FF8-67BC87137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a569572694cd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4.xml><?xml version="1.0" encoding="utf-8"?>
<p:sldLayout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986ec314514a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5334000" cy="978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Title, content, and image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71700"/>
            <a:ext cx="5334000" cy="1412694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8C0C526-AA41-9246-8D2F-123642CF358A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F3EF575-8224-DA14-5D32-515D4952C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1b1596b4a644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5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e540cdc8e42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5248274" cy="23175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1714499"/>
            <a:ext cx="5248276" cy="23175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C6CBC29B-2875-A847-90DD-93F5B9D216F5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5248274" cy="23175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1714499"/>
            <a:ext cx="5248276" cy="23175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C6CBC29B-2875-A847-90DD-93F5B9D216F5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layout with subheadings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9599" y="1743647"/>
            <a:ext cx="5248656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09598" y="2141554"/>
            <a:ext cx="5248656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334125" y="1743647"/>
            <a:ext cx="5248656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6334125" y="2141554"/>
            <a:ext cx="5248656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D467C09E-9944-944E-A974-7D6AA4E02B83}" type="datetime1">
              <a:t>5/6/26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Three-column layout with subheadings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9599" y="174364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09598" y="2141554"/>
            <a:ext cx="3483864" cy="131420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4354068" y="174364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4354067" y="2141554"/>
            <a:ext cx="3483864" cy="131420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098536" y="174364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8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8098536" y="2141554"/>
            <a:ext cx="3483864" cy="131420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9" name="Date Placeholder 8">
            <a:extLst xmlns:a="http://schemas.openxmlformats.org/drawingml/2006/main"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6F02E835-1245-C748-8E9F-651FE6B45587}" type="datetime1">
              <a:t>5/6/26</a:t>
            </a:fld>
            <a:endParaRPr/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Slide Number Placeholder 10">
            <a:extLst xmlns:a="http://schemas.openxmlformats.org/drawingml/2006/main"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Three-column layout with subheadings and images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9599" y="328669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09598" y="3656030"/>
            <a:ext cx="3483864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4354068" y="328669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4354067" y="3656030"/>
            <a:ext cx="3483864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098536" y="328669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8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8098536" y="3656030"/>
            <a:ext cx="3483864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9" name="Date Placeholder 8">
            <a:extLst xmlns:a="http://schemas.openxmlformats.org/drawingml/2006/main"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F96E8718-D810-5D42-BBA7-DBDBA7B074E9}" type="datetime1">
              <a:t>5/6/26</a:t>
            </a:fld>
            <a:endParaRPr/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Slide Number Placeholder 10">
            <a:extLst xmlns:a="http://schemas.openxmlformats.org/drawingml/2006/main"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500631" y="1553369"/>
            <a:ext cx="1701800" cy="148193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image</a:t>
            </a:r>
          </a:p>
        </p:txBody>
      </p:sp>
      <p:sp>
        <p:nvSpPr>
          <p:cNvPr id="14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245099" y="1553369"/>
            <a:ext cx="1701800" cy="148193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image</a:t>
            </a:r>
          </a:p>
        </p:txBody>
      </p:sp>
      <p:sp>
        <p:nvSpPr>
          <p:cNvPr id="15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8989568" y="1553369"/>
            <a:ext cx="1701800" cy="148193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image</a:t>
            </a:r>
          </a:p>
        </p:txBody>
      </p:sp>
    </p:spTree>
  </p:cSld>
</p:sldLayout>
</file>

<file path=ppt/slideLayouts/slideLayout30.xml><?xml version="1.0" encoding="utf-8"?>
<p:sldLayout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Four-column layout with subheadings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9599" y="1743647"/>
            <a:ext cx="2377440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09598" y="2141554"/>
            <a:ext cx="2377440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474719" y="1743647"/>
            <a:ext cx="2377440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3474719" y="2141554"/>
            <a:ext cx="2377440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339839" y="1743647"/>
            <a:ext cx="2377440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8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6339840" y="2141554"/>
            <a:ext cx="2377440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204960" y="1743647"/>
            <a:ext cx="2377440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10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9204960" y="2141554"/>
            <a:ext cx="2377440" cy="106490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11" name="Date Placeholder 10">
            <a:extLst xmlns:a="http://schemas.openxmlformats.org/drawingml/2006/main"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2B958DF5-F549-8B46-95E0-C2CB36033BB5}" type="datetime1">
              <a:t>5/6/26</a:t>
            </a:fld>
            <a:endParaRPr/>
          </a:p>
        </p:txBody>
      </p:sp>
      <p:sp>
        <p:nvSpPr>
          <p:cNvPr id="12" name="Footer Placeholder 11">
            <a:extLst xmlns:a="http://schemas.openxmlformats.org/drawingml/2006/main"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Picture with caption layout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210300" y="1714501"/>
            <a:ext cx="5372100" cy="44957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609598" y="1714501"/>
            <a:ext cx="537210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Enter descriptive text here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96301397-8FE7-FB4B-82EE-58C288712F6D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32.xml><?xml version="1.0" encoding="utf-8"?>
<p:sldLayout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1"/>
            <a:ext cx="12192000" cy="685799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</p:spTree>
  </p:cSld>
</p:sldLayout>
</file>

<file path=ppt/slideLayouts/slideLayout33.xml><?xml version="1.0" encoding="utf-8"?>
<p:sldLayout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Customer logo wall layout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C3A8789C-A0D1-A74F-A15D-501FE221905E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8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790841" y="2194560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9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9572359" y="2194560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0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3718014" y="2194560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1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6645187" y="2194560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2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xmlns:a="http://schemas.openxmlformats.org/drawingml/2006/main" noGrp="1"/>
          </p:cNvSpPr>
          <p:nvPr>
            <p:ph idx="17" hasCustomPrompt="1"/>
          </p:nvPr>
        </p:nvSpPr>
        <p:spPr>
          <a:xfrm xmlns:a="http://schemas.openxmlformats.org/drawingml/2006/main">
            <a:off x="790841" y="4059936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3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xmlns:a="http://schemas.openxmlformats.org/drawingml/2006/main" noGrp="1"/>
          </p:cNvSpPr>
          <p:nvPr>
            <p:ph idx="18" hasCustomPrompt="1"/>
          </p:nvPr>
        </p:nvSpPr>
        <p:spPr>
          <a:xfrm xmlns:a="http://schemas.openxmlformats.org/drawingml/2006/main">
            <a:off x="9572359" y="4059936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4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xmlns:a="http://schemas.openxmlformats.org/drawingml/2006/main" noGrp="1"/>
          </p:cNvSpPr>
          <p:nvPr>
            <p:ph idx="19" hasCustomPrompt="1"/>
          </p:nvPr>
        </p:nvSpPr>
        <p:spPr>
          <a:xfrm xmlns:a="http://schemas.openxmlformats.org/drawingml/2006/main">
            <a:off x="3718014" y="4059936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5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xmlns:a="http://schemas.openxmlformats.org/drawingml/2006/main" noGrp="1"/>
          </p:cNvSpPr>
          <p:nvPr>
            <p:ph idx="20" hasCustomPrompt="1"/>
          </p:nvPr>
        </p:nvSpPr>
        <p:spPr>
          <a:xfrm xmlns:a="http://schemas.openxmlformats.org/drawingml/2006/main">
            <a:off x="6645187" y="4059936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</p:spTree>
  </p:cSld>
</p:sldLayout>
</file>

<file path=ppt/slideLayouts/slideLayout34.xml><?xml version="1.0" encoding="utf-8"?>
<p:sldLayout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with bullets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5248274" cy="2342180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62865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91440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1144588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316038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1714500"/>
            <a:ext cx="5248276" cy="2342180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62865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91440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1144588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316038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9C031CC3-E800-D94E-ACE2-59E99B1146F6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with subtitle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33600"/>
            <a:ext cx="5248274" cy="23175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2133598"/>
            <a:ext cx="5248276" cy="231755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1455968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kern="120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/>
              <a:buNone/>
            </a:pPr>
            <a:r>
              <a:t>Enter subtitle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44B5C68-7AAF-714C-BA5C-79EE2A2BF521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Two-column, subtitle, bullets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33601"/>
            <a:ext cx="5248274" cy="2342180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62865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91440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1144588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316038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2133600"/>
            <a:ext cx="5248276" cy="2342180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62865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91440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1144588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316038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1455968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kern="120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SzPct val="90000"/>
              <a:buFont typeface="Arial"/>
              <a:buNone/>
            </a:pPr>
            <a:r>
              <a:t>Enter subtitle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122D055C-F955-814B-8E36-6633B2B2BF72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826B4EB-F6CC-4C37-3CA9-1BCB13DA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6" y="512957"/>
            <a:ext cx="11159444" cy="5697344"/>
          </a:xfrm>
          <a:prstGeom xmlns:a="http://schemas.openxmlformats.org/drawingml/2006/main" prst="roundRect">
            <a:avLst>
              <a:gd name="adj" fmla="val 1733"/>
            </a:avLst>
          </a:prstGeom>
          <a:solidFill xmlns:a="http://schemas.openxmlformats.org/drawingml/2006/main">
            <a:srgbClr val="EBFFC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solidFill>
                <a:schemeClr val="tx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40082" y="1975199"/>
            <a:ext cx="8067261" cy="1920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rIns="0" anchor="b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quote here. Reposition quote mark graphics to frame the quote.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40082" y="4127500"/>
            <a:ext cx="8067261" cy="3693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name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2BEA218-CD6F-B44E-B26C-C64BF244E0F0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8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442E0A2-8098-1B6F-94F7-A9E27EC775EE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40082" y="4496832"/>
            <a:ext cx="806726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affiliation</a:t>
            </a:r>
          </a:p>
        </p:txBody>
      </p:sp>
      <p:pic>
        <p:nvPicPr>
          <p:cNvPr id="18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327e150a564bd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5928" y="1942480"/>
            <a:ext cx="398998" cy="33871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8.xml><?xml version="1.0" encoding="utf-8"?>
<p:sldLayout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fb256812fd4e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40082" y="1975199"/>
            <a:ext cx="8067261" cy="1920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anchor="b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quote here. Reposition quote mark graphics to frame the quote.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40082" y="4127500"/>
            <a:ext cx="8067261" cy="3693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name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40082" y="4496832"/>
            <a:ext cx="806726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affiliation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2BEA218-CD6F-B44E-B26C-C64BF244E0F0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A9F35CF-0293-AD03-12BE-0AD2771A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d4821f9a3b4b4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  <p:pic>
        <p:nvPicPr>
          <p:cNvPr id="25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ab93e54e7748cf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5928" y="1942480"/>
            <a:ext cx="398998" cy="33871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9.xml><?xml version="1.0" encoding="utf-8"?>
<p:sldLayout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dea497402a43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40082" y="1975199"/>
            <a:ext cx="8067261" cy="1920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anchor="b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quote here. Reposition quote mark graphics to frame the quote.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40082" y="4127500"/>
            <a:ext cx="8067261" cy="3693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name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40082" y="4496832"/>
            <a:ext cx="806726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affiliation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2BEA218-CD6F-B44E-B26C-C64BF244E0F0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9FA2AE2-2071-6FBA-C0DF-DC91D9C4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e770c00d54d2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  <p:pic>
        <p:nvPicPr>
          <p:cNvPr id="25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21d96d6894f1d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5928" y="1942480"/>
            <a:ext cx="398998" cy="33871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0.xml><?xml version="1.0" encoding="utf-8"?>
<p:sldLayout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e3fdb3c1a349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21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40082" y="1975199"/>
            <a:ext cx="8067261" cy="1920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anchor="b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quote here. Reposition quote mark graphics to frame the quote.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40082" y="4127500"/>
            <a:ext cx="8067261" cy="3693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name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40082" y="4496832"/>
            <a:ext cx="806726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affiliation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2BEA218-CD6F-B44E-B26C-C64BF244E0F0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F74E9CC-3075-EE68-DD01-BF810D0A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4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b2307e45fb46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  <p:pic>
        <p:nvPicPr>
          <p:cNvPr id="25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b5d3fb4bef4f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5928" y="1942480"/>
            <a:ext cx="398998" cy="33871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1.xml><?xml version="1.0" encoding="utf-8"?>
<p:sldLayout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96b301a97a44e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18036"/>
            <a:ext cx="7823200" cy="14219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Section layout: Enter section name here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504A1AE1-7907-F24D-8677-0B8F5F67234B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00df02f1e741a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2.xml><?xml version="1.0" encoding="utf-8"?>
<p:sldLayout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d84a06cf14e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18036"/>
            <a:ext cx="7823200" cy="14219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Section layout: Enter section name here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504A1AE1-7907-F24D-8677-0B8F5F67234B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8bf268775f481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3.xml><?xml version="1.0" encoding="utf-8"?>
<p:sldLayout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ac4a1df8d4b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18036"/>
            <a:ext cx="7823200" cy="14219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Section layout: Enter section name here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504A1AE1-7907-F24D-8677-0B8F5F67234B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8f5bf387584d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4.xml><?xml version="1.0" encoding="utf-8"?>
<p:sldLayout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Code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10972800" cy="164660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5pPr>
          </a:lstStyle>
          <a:p xmlns:a="http://schemas.openxmlformats.org/drawingml/2006/main">
            <a:pPr lvl="0">
              <a:buNone/>
            </a:pPr>
            <a:r>
              <a:t>Type or paste plain-text code here; or click icon to add image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14000039-AC38-8C4D-BBF6-A4179217D919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45.xml><?xml version="1.0" encoding="utf-8"?>
<p:sldLayout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code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5248274" cy="164660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5pPr>
          </a:lstStyle>
          <a:p xmlns:a="http://schemas.openxmlformats.org/drawingml/2006/main">
            <a:pPr lvl="0">
              <a:buNone/>
            </a:pPr>
            <a:r>
              <a:t>Enter code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1714500"/>
            <a:ext cx="5248276" cy="164660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5pPr>
          </a:lstStyle>
          <a:p xmlns:a="http://schemas.openxmlformats.org/drawingml/2006/main">
            <a:pPr lvl="0">
              <a:buNone/>
            </a:pPr>
            <a:r>
              <a:t>Enter code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BA838F1F-E927-864D-8933-A87A9B46D340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46.xml><?xml version="1.0" encoding="utf-8"?>
<p:sldLayout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53256" y="3226552"/>
            <a:ext cx="6823869" cy="7502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F5CD9E88-8D52-D44B-9301-05276D5B5248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2428875"/>
            <a:ext cx="6867525" cy="95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noAutofit/>
          </a:bodyPr>
          <a:lstStyle xmlns:a="http://schemas.openxmlformats.org/drawingml/2006/main"/>
          <a:p xmlns:a="http://schemas.openxmlformats.org/drawingml/2006/main">
            <a:r>
              <a: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Q&amp;A</a:t>
            </a:r>
          </a:p>
        </p:txBody>
      </p:sp>
    </p:spTree>
  </p:cSld>
</p:sldLayout>
</file>

<file path=ppt/slideLayouts/slideLayout47.xml><?xml version="1.0" encoding="utf-8"?>
<p:sldLayout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73436"/>
            <a:ext cx="7823200" cy="1311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Video or demo divider: Enter “Video” or “Demo” here</a:t>
            </a:r>
          </a:p>
        </p:txBody>
      </p:sp>
    </p:spTree>
  </p:cSld>
</p:sldLayout>
</file>

<file path=ppt/slideLayouts/slideLayout48.xml><?xml version="1.0" encoding="utf-8"?>
<p:sldLayout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7d638abbe145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4672" y="2327672"/>
            <a:ext cx="2202656" cy="2202656"/>
          </a:xfrm>
          <a:prstGeom xmlns:a="http://schemas.openxmlformats.org/drawingml/2006/main" prst="rect">
            <a:avLst/>
          </a:prstGeom>
        </p:spPr>
      </p:pic>
      <p:sp>
        <p:nvSpPr>
          <p:cNvPr id="7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xmlns:a="http://schemas.openxmlformats.org/drawingml/2006/main" noGrp="1"/>
          </p:cNvSpPr>
          <p:nvPr>
            <p:ph type="media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 lIns="548640" anchor="ctr">
            <a:noAutofit/>
          </a:bodyPr>
          <a:lstStyle xmlns:a="http://schemas.openxmlformats.org/drawingml/2006/main">
            <a:lvl1pPr marL="0" indent="0" algn="ctr"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media</a:t>
            </a:r>
          </a:p>
        </p:txBody>
      </p:sp>
    </p:spTree>
  </p:cSld>
</p:sldLayout>
</file>

<file path=ppt/slideLayouts/slideLayout49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Content with caption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210300" y="1714501"/>
            <a:ext cx="5372100" cy="2591479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 sz="2800" b="0" i="0">
                <a:latin typeface="Amazon Ember Display"/>
                <a:ea typeface="Amazon Ember Display"/>
                <a:cs typeface="Amazon Ember Display"/>
              </a:defRPr>
            </a:lvl1pPr>
            <a:lvl2pPr marL="62865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2pPr>
            <a:lvl3pPr marL="97155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3pPr>
            <a:lvl4pPr marL="1144588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4pPr>
            <a:lvl5pPr marL="1316038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609598" y="1725611"/>
            <a:ext cx="537210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Enter descriptive text here</a:t>
            </a:r>
          </a:p>
        </p:txBody>
      </p:sp>
    </p:spTree>
  </p:cSld>
</p:sldLayout>
</file>

<file path=ppt/slideLayouts/slideLayout50.xml><?xml version="1.0" encoding="utf-8"?>
<p:sldLayout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43f00b004245c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19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11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27146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12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7146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810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14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810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2461211"/>
            <a:ext cx="686752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noAutofit/>
          </a:bodyPr>
          <a:lstStyle xmlns:a="http://schemas.openxmlformats.org/drawingml/2006/main"/>
          <a:p xmlns:a="http://schemas.openxmlformats.org/drawingml/2006/main">
            <a:r>
              <a: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Thank you!</a:t>
            </a:r>
          </a:p>
        </p:txBody>
      </p:sp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9e64db67754f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22947"/>
            <a:ext cx="979714" cy="587352"/>
          </a:xfrm>
          <a:prstGeom xmlns:a="http://schemas.openxmlformats.org/drawingml/2006/main" prst="rect">
            <a:avLst/>
          </a:prstGeom>
        </p:spPr>
      </p:pic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0902F78A-89C5-9A95-F0BE-08B93E205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66" y="6025634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51.xml><?xml version="1.0" encoding="utf-8"?>
<p:sldLayout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6c2f7ca3e049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4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19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27146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6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7146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7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810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9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810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2461211"/>
            <a:ext cx="686752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noAutofit/>
          </a:bodyPr>
          <a:lstStyle xmlns:a="http://schemas.openxmlformats.org/drawingml/2006/main"/>
          <a:p xmlns:a="http://schemas.openxmlformats.org/drawingml/2006/main">
            <a:r>
              <a: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Thank you!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52550" y="3771900"/>
            <a:ext cx="6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  <p:pic>
        <p:nvPicPr>
          <p:cNvPr id="33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d762f0e4cc498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22947"/>
            <a:ext cx="979714" cy="587352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DEC7666-E95B-BA1B-9CE7-A188F672F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66" y="6025634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52.xml><?xml version="1.0" encoding="utf-8"?>
<p:sldLayout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420371ffb4d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4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19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27146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6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7146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7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810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9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810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2461211"/>
            <a:ext cx="686752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noAutofit/>
          </a:bodyPr>
          <a:lstStyle xmlns:a="http://schemas.openxmlformats.org/drawingml/2006/main"/>
          <a:p xmlns:a="http://schemas.openxmlformats.org/drawingml/2006/main">
            <a:r>
              <a: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Thank you!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52550" y="3771900"/>
            <a:ext cx="6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  <p:pic>
        <p:nvPicPr>
          <p:cNvPr id="33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faa445df694c0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22947"/>
            <a:ext cx="979714" cy="587352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492CA65A-606C-B6BF-5226-3CAA4640D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66" y="6025634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53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076329" y="1718982"/>
            <a:ext cx="2506071" cy="4491317"/>
          </a:xfrm>
        </p:spPr>
        <p:txBody>
          <a:bodyPr xmlns:a="http://schemas.openxmlformats.org/drawingml/2006/main" vert="eaVert"/>
          <a:lstStyle xmlns:a="http://schemas.openxmlformats.org/drawingml/2006/main">
            <a:lvl1pPr marL="457200" indent="-4572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62865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97155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1144588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1316038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DF6AC9B-6FB6-E64C-9786-C40DFE89F624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625061DB-7406-41C8-A121-52D8D4484FD1}" type="slidenum">
              <a:t>‹#›</a:t>
            </a:fld>
            <a:endParaRPr/>
          </a:p>
        </p:txBody>
      </p:sp>
    </p:spTree>
  </p:cSld>
</p:sldLayout>
</file>

<file path=ppt/slideLayouts/slideLayout54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914399"/>
            <a:ext cx="2857500" cy="5295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66429" y="914399"/>
            <a:ext cx="2506071" cy="5295901"/>
          </a:xfrm>
        </p:spPr>
        <p:txBody>
          <a:bodyPr xmlns:a="http://schemas.openxmlformats.org/drawingml/2006/main" vert="eaVert"/>
          <a:lstStyle xmlns:a="http://schemas.openxmlformats.org/drawingml/2006/main">
            <a:lvl1pPr marL="457200" indent="-4572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62865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97155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1144588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1316038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21DD148F-2774-EA45-8C22-2C39149188FB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625061DB-7406-41C8-A121-52D8D4484FD1}" type="slidenum">
              <a:t>‹#›</a:t>
            </a:fld>
            <a:endParaRPr/>
          </a:p>
        </p:txBody>
      </p:sp>
    </p:spTree>
  </p:cSld>
</p:sldLayout>
</file>

<file path=ppt/slideLayouts/slideLayout55.xml><?xml version="1.0" encoding="utf-8"?>
<p:sldLayout xmlns:p="http://schemas.openxmlformats.org/presentationml/2006/main" preserve="1" userDrawn="1">
  <p:cSld name="Do Not U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A4731D4-24B7-407D-A119-09109E0E0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512370"/>
            <a:ext cx="7353300" cy="187410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0000"/>
              </a:lnSpc>
              <a:buNone/>
            </a:pPr>
            <a:r>
              <a:rPr sz="6000">
                <a:latin typeface="+mj-lt"/>
                <a:ea typeface="+mj-lt"/>
                <a:cs typeface="+mj-lt"/>
              </a:rPr>
              <a:t>Do not use layouts after this slide.</a:t>
            </a:r>
            <a:br/>
            <a:r>
              <a:rPr sz="2000">
                <a:latin typeface="+mj-lt"/>
                <a:ea typeface="+mj-lt"/>
                <a:cs typeface="+mj-lt"/>
              </a:rPr>
              <a:t>They are not part of the official template.</a:t>
            </a:r>
            <a:endParaRPr sz="6000">
              <a:latin typeface="+mj-lt"/>
              <a:ea typeface="+mj-lt"/>
              <a:cs typeface="+mj-lt"/>
            </a:endParaRPr>
          </a:p>
        </p:txBody>
      </p:sp>
      <p:pic>
        <p:nvPicPr>
          <p:cNvPr id="11" name="Graphic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21b13a25a4e06">
            <a:extLst>
              <a:ext uri="{96DAC541-7B7A-43D3-8B79-37D633B846F1}">
                <asvg:svgBlip xmlns:asvg="http://schemas.microsoft.com/office/drawing/2016/SVG/main" r:embed="R045e0c7e7fbe4e5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2114549"/>
            <a:ext cx="2628900" cy="2628900"/>
          </a:xfrm>
          <a:prstGeom xmlns:a="http://schemas.openxmlformats.org/drawingml/2006/main" prst="rect">
            <a:avLst/>
          </a:prstGeom>
        </p:spPr>
      </p:pic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56A91D7-A142-41A9-9775-90FA8A0EC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99" y="6337300"/>
            <a:ext cx="4943475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4A252AA-410C-4410-AE45-9D483892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999" y="163722"/>
            <a:ext cx="4943475" cy="520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</p:spTree>
  </p:cSld>
</p:sldLayout>
</file>

<file path=ppt/slideLayouts/slideLayout56.xml><?xml version="1.0" encoding="utf-8"?>
<p:sldLayout xmlns:p="http://schemas.openxmlformats.org/presentationml/2006/main" preserve="1" userDrawn="1">
  <p:cSld name="Title Only Dar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7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4C1EFA18-D4D6-4EBE-BF06-5A60628F83E0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515100"/>
            <a:ext cx="1066667" cy="4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5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35F73FA-018C-42B4-99E2-A1521E83AB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" y="-647700"/>
            <a:ext cx="11925300" cy="63817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>
                <a:solidFill>
                  <a:schemeClr val="bg1">
                    <a:lumMod val="65000"/>
                    <a:lumOff val="35000"/>
                  </a:schemeClr>
                </a:solidFill>
              </a:defRPr>
            </a:lvl1pPr>
          </a:lstStyle>
          <a:p xmlns:a="http://schemas.openxmlformats.org/drawingml/2006/main">
            <a:r>
              <a:t>Blank layout (enter descriptive title here for accessibility)</a:t>
            </a:r>
          </a:p>
        </p:txBody>
      </p:sp>
      <p:pic>
        <p:nvPicPr>
          <p:cNvPr id="5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43a9ab36c451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97536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9.xml><?xml version="1.0" encoding="utf-8"?>
<p:sldLayout xmlns:p="http://schemas.openxmlformats.org/presentationml/2006/main" preserve="1" userDrawn="1">
  <p:cSld name="Title Side 1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46286a9757408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16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8e2798f38a4cb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16413"/>
            <a:ext cx="979714" cy="586152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EFDF3A4-5795-4C3E-A626-E8705501F605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3418321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DAD1914-560C-4D5C-AA3F-8A993D908EC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4366830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8235E33B-41A5-4ACB-9AE6-2F3E7CAA4429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54CE4ED-4096-479A-AA41-A2286E854BFC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8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12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E7D4CE88-F816-4273-A6C0-5D3F9D2E051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9CE4815-926B-43B6-82AB-971B1A89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60.xml><?xml version="1.0" encoding="utf-8"?>
<p:sldLayout xmlns:p="http://schemas.openxmlformats.org/presentationml/2006/main" preserve="1" userDrawn="1">
  <p:cSld name="Title Slide 1C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ac94400f484e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3CAD519-9A88-CC6D-C64F-32781DE1286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4366830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AECD1BDB-3933-70D1-D0B1-585F679690F4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9BD2DDE-9CEA-E55B-45AC-E81DC0520AE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8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6F4339BC-5512-257D-D251-96C726B3928B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2A8E9AEE-EE0A-4511-286D-B7E92DB33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C69315F-6BED-09F1-C555-D62EBCC2C2C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3418321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  <p:pic>
        <p:nvPicPr>
          <p:cNvPr id="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4d81fe5a544f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16413"/>
            <a:ext cx="979714" cy="58615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1.xml><?xml version="1.0" encoding="utf-8"?>
<p:sldLayout xmlns:p="http://schemas.openxmlformats.org/presentationml/2006/main" preserve="1" userDrawn="1">
  <p:cSld name="Title Slide 1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7a94e774bf4b2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A8CD09BF-BE98-954E-8C83-FD00798ACA2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4366830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AAF119F6-59CF-C06E-9DEE-68747AC5B537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9378773-656B-3414-4689-741C92BE3E06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598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3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3C5437D4-D83E-F7AB-7C05-4D16F6D780CF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18671D03-03D2-3246-0292-3278FC46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62C415C-2EF2-186A-04FA-1B6BE61C410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77246" y="3418321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  <p:pic>
        <p:nvPicPr>
          <p:cNvPr id="18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49d24646f048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16413"/>
            <a:ext cx="979714" cy="58615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2.xml><?xml version="1.0" encoding="utf-8"?>
<p:sldLayout xmlns:p="http://schemas.openxmlformats.org/presentationml/2006/main" preserve="1" userDrawn="1">
  <p:cSld name="Title Slide 2A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6c17d005440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0"/>
            <a:ext cx="12192001" cy="6858001"/>
          </a:xfrm>
          <a:prstGeom xmlns:a="http://schemas.openxmlformats.org/drawingml/2006/main" prst="rect">
            <a:avLst/>
          </a:prstGeom>
        </p:spPr>
      </p:pic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60F04AFD-CEAF-D96A-9FBC-95004454586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1918337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87CBED-F3F8-A0AE-DBEA-EEEA1D2E766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5857500-2C8E-9211-5B61-DC83BC34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8" y="304800"/>
            <a:ext cx="2993681" cy="28895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2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solidFill>
                <a:schemeClr val="tx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6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7F887A3-28C2-6DE9-5807-21C410AB73B1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2969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BBFEBE6D-8293-FD48-7C86-4989B458ECE3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F412FE6-3787-9446-924A-F202645A1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9ABE821-C29F-8323-0B26-4C07043DC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5802" y="2471596"/>
            <a:ext cx="6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23" name="Title 1">
            <a:extLst xmlns:a="http://schemas.openxmlformats.org/drawingml/2006/main">
              <a:ext uri="{FF2B5EF4-FFF2-40B4-BE49-F238E27FC236}">
                <a16:creationId xmlns:a16="http://schemas.microsoft.com/office/drawing/2014/main" id="{10165371-E8F4-C898-9295-C3E433A3EF22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89278" y="928262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  <p:pic>
        <p:nvPicPr>
          <p:cNvPr id="35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dd57eeb9e74b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5455" y="5759695"/>
            <a:ext cx="740228" cy="44287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3.xml><?xml version="1.0" encoding="utf-8"?>
<p:sldLayout xmlns:p="http://schemas.openxmlformats.org/presentationml/2006/main" preserve="1" userDrawn="1">
  <p:cSld name="Title Slide 2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0bbe816b3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8" y="304800"/>
            <a:ext cx="2993681" cy="28895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3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solidFill>
                <a:schemeClr val="tx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2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2969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2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1918337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6F28616-0D97-9CAF-203B-33E2A2B5C1D1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89278" y="928262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  <p:pic>
        <p:nvPicPr>
          <p:cNvPr id="37" name="Picture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169150d8564c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5455" y="5759695"/>
            <a:ext cx="740228" cy="44287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4.xml><?xml version="1.0" encoding="utf-8"?>
<p:sldLayout xmlns:p="http://schemas.openxmlformats.org/presentationml/2006/main" preserve="1" userDrawn="1">
  <p:cSld name="1_Title Slide 2B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f65e6a3cdb40d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8E54E3F-3CBC-43DF-D0B7-3007697064A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72969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5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E80812B7-8A92-F272-875E-0D757C691E8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09598" y="5261981"/>
            <a:ext cx="3797302" cy="3693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 (pronouns)</a:t>
            </a:r>
          </a:p>
        </p:txBody>
      </p:sp>
      <p:sp>
        <p:nvSpPr>
          <p:cNvPr id="7" name="Text Placeholder 11">
            <a:extLst xmlns:a="http://schemas.openxmlformats.org/drawingml/2006/main">
              <a:ext uri="{FF2B5EF4-FFF2-40B4-BE49-F238E27FC236}">
                <a16:creationId xmlns:a16="http://schemas.microsoft.com/office/drawing/2014/main" id="{9404D9CE-381D-295C-A64E-88C5D0C0A61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609598" y="5674769"/>
            <a:ext cx="3797302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3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job title</a:t>
            </a:r>
            <a:br/>
            <a:r>
              <a:t>Speaker company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CF72D21-07F0-8A31-A886-8180F34B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476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2F49425-7DA0-E6A1-AFFB-06CE3587D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8" y="304800"/>
            <a:ext cx="2993681" cy="288951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accent4">
              <a:lumMod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solidFill>
                <a:schemeClr val="tx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26" name="Subtitle 2">
            <a:extLst xmlns:a="http://schemas.openxmlformats.org/drawingml/2006/main">
              <a:ext uri="{FF2B5EF4-FFF2-40B4-BE49-F238E27FC236}">
                <a16:creationId xmlns:a16="http://schemas.microsoft.com/office/drawing/2014/main" id="{7EDB5F6C-924F-E4E4-8B18-2197BA4C3F5E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609598" y="1918337"/>
            <a:ext cx="6460998" cy="535531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 algn="l">
              <a:spcAft>
                <a:spcPts val="0"/>
              </a:spcAft>
              <a:buFont typeface="Arial"/>
              <a:buNone/>
              <a:defRPr sz="3200" b="0" i="0" cap="none" spc="0" baseline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111574D8-2193-6E96-F970-CA48F920463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672969" y="332014"/>
            <a:ext cx="6477002" cy="230832"/>
          </a:xfrm>
        </p:spPr>
        <p:txBody>
          <a:bodyPr xmlns:a="http://schemas.openxmlformats.org/drawingml/2006/main" wrap="square"/>
          <a:lstStyle xmlns:a="http://schemas.openxmlformats.org/drawingml/2006/main">
            <a:lvl1pPr marL="0" indent="0">
              <a:spcAft>
                <a:spcPts val="0"/>
              </a:spcAft>
              <a:buNone/>
              <a:defRPr sz="1000" b="0" i="0" cap="all" spc="200" baseline="0">
                <a:solidFill>
                  <a:schemeClr val="tx2"/>
                </a:solidFill>
                <a:latin typeface="Amazon Ember Mono"/>
                <a:ea typeface="Amazon Ember Mono"/>
                <a:cs typeface="Amazon Ember Mono"/>
              </a:defRPr>
            </a:lvl1pPr>
          </a:lstStyle>
          <a:p xmlns:a="http://schemas.openxmlformats.org/drawingml/2006/main">
            <a:pPr lvl="0">
              <a:buNone/>
            </a:pPr>
            <a:r>
              <a:t>Enter session ID if required</a:t>
            </a:r>
          </a:p>
        </p:txBody>
      </p:sp>
      <p:sp>
        <p:nvSpPr>
          <p:cNvPr id="4" name="Title 1">
            <a:extLst xmlns:a="http://schemas.openxmlformats.org/drawingml/2006/main">
              <a:ext uri="{FF2B5EF4-FFF2-40B4-BE49-F238E27FC236}">
                <a16:creationId xmlns:a16="http://schemas.microsoft.com/office/drawing/2014/main" id="{CF67C28C-2194-7DE3-C4ED-8EF747692F60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489278" y="928262"/>
            <a:ext cx="6460999" cy="9233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anchor="t"/>
          <a:lstStyle xmlns:a="http://schemas.openxmlformats.org/drawingml/2006/main">
            <a:lvl1pPr algn="l">
              <a:buNone/>
              <a:defRPr sz="6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title</a:t>
            </a:r>
          </a:p>
        </p:txBody>
      </p:sp>
      <p:pic>
        <p:nvPicPr>
          <p:cNvPr id="38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87b4321504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05455" y="5759695"/>
            <a:ext cx="740228" cy="44287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5.xml><?xml version="1.0" encoding="utf-8"?>
<p:sldLayout xmlns:p="http://schemas.openxmlformats.org/presentationml/2006/main" preserve="1" userDrawn="1">
  <p:cSld name="Agenda Slide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365be6dbb348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391CB6-D820-4A96-8204-600D7D95682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5376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Agenda layout</a:t>
            </a:r>
          </a:p>
        </p:txBody>
      </p:sp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714500"/>
            <a:ext cx="10972800" cy="354969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high-level agenda items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6736434-7E81-994B-854B-1BF33F160A0D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 userDrawn="1">
  <p:cSld name="Agenda Slide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c9837baf6c4d4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714500"/>
            <a:ext cx="10972800" cy="354969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high-level agenda items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6736434-7E81-994B-854B-1BF33F160A0D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F3380B-4C2C-4CFA-5735-2689C62E6B51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5376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Agenda layout</a:t>
            </a:r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 userDrawn="1">
  <p:cSld name="Agenda Slide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3b693242248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7" name="Text Placeholder 6">
            <a:extLst xmlns:a="http://schemas.openxmlformats.org/drawingml/2006/main">
              <a:ext uri="{FF2B5EF4-FFF2-40B4-BE49-F238E27FC236}">
                <a16:creationId xmlns:a16="http://schemas.microsoft.com/office/drawing/2014/main" id="{11750401-572B-4B45-BF07-5D528B05F88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714500"/>
            <a:ext cx="10972800" cy="354969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2pPr>
            <a:lvl3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3pPr>
            <a:lvl4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4pPr>
            <a:lvl5pPr marL="0" indent="0">
              <a:spcAft>
                <a:spcPts val="30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high-level agenda items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CF5A1D86-6A7C-4718-BC8A-729563F7E0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6736434-7E81-994B-854B-1BF33F160A0D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C5447C4-003F-49F1-92D9-AA8E16018146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84C0F27-F073-46C5-99AA-D6BC67A40F51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DD7451C-3F29-6F6D-F332-22252720A08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25376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Agenda layout</a:t>
            </a:r>
          </a:p>
        </p:txBody>
      </p:sp>
    </p:spTree>
  </p:cSld>
</p:sldLayout>
</file>

<file path=ppt/slideLayouts/slideLayout6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only layout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08A22A18-A983-4477-9CE2-E889A78034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9600D62F-E191-C046-B6EA-E79BE99AA24A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416B6389-19E6-4677-81FB-25CCEB0E3D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D907AE9-2A8E-446F-AC5C-E522F1C023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type="titleOnly" preserve="1">
  <p:cSld name="Title Only Gradient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6a6e6f33642a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only layout with gradient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93093C1-DE68-B74B-A980-4E3BCEBC269D}" type="datetime1">
              <a:t>5/6/26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f9ca6d708849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756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DDDBE47E-DAA2-53AD-A19F-7E10713DC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70.xml><?xml version="1.0" encoding="utf-8"?>
<p:sldLayout xmlns:p="http://schemas.openxmlformats.org/presentationml/2006/main" type="titleOnly" preserve="1">
  <p:cSld name="Title Only Gradient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73371b22946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only layout with gradient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93093C1-DE68-B74B-A980-4E3BCEBC269D}" type="datetime1">
              <a:t>5/6/26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2c3acbcb074b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756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2237F78-6104-4004-2FA4-4DC0815B7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71.xml><?xml version="1.0" encoding="utf-8"?>
<p:sldLayout xmlns:p="http://schemas.openxmlformats.org/presentationml/2006/main" type="titleOnly" preserve="1">
  <p:cSld name="Title Only Gradient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561d5f1cbe440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914401"/>
            <a:ext cx="10972800" cy="5909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only layout with gradient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FF00575-76B9-4D8B-9903-136ED9A423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93093C1-DE68-B74B-A980-4E3BCEBC269D}" type="datetime1">
              <a:t>5/6/26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56CDB515-1F55-4916-8897-BD5A83C12C0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2A0F2630-6040-4D96-BE1B-D7C27F2C1B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pic>
        <p:nvPicPr>
          <p:cNvPr id="1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cd053d66c4c9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756"/>
          </a:xfrm>
          <a:prstGeom xmlns:a="http://schemas.openxmlformats.org/drawingml/2006/main" prst="rect">
            <a:avLst/>
          </a:prstGeom>
        </p:spPr>
      </p:pic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9D7D0A3-F064-9569-A6C6-9EFB587B0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3C8CF9-BF86-4458-BFA4-38F0F2DB98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and subtitle layout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66213DF-CEC6-4F46-9CD4-5ED4A416AF59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455968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cap="none" spc="0" baseline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Enter subtitle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312CB8C-58A4-4758-8C91-E8641A9F6DC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1D3B374-854B-EF47-9B56-0018B9F83111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444248-408B-4052-8B56-17F469F98EA1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178479-5E5D-4B94-9958-5C40D64BED65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F86B726-34C0-4C1C-A252-97930DC77E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238B2222-37A4-5449-B1D9-9B13ADA59E84}" type="datetime1">
              <a:t>5/6/26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883103B0-BAC9-4248-BF05-F8F64F81D31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36BB167B-71A0-4735-93B6-5A034F89FE2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and content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10972800" cy="276793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BB02A07-9279-4389-95B8-CFF5307F9E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B9026E32-37D5-A446-8A01-9B6BBEB5E690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D24D072-A634-4E51-88E3-AFF4BBF53F8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2391B74-659E-4EB1-8DB0-B962093F0B4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75.xml><?xml version="1.0" encoding="utf-8"?>
<p:sldLayout xmlns:p="http://schemas.openxmlformats.org/presentationml/2006/main" type="obj" preserve="1">
  <p:cSld name="Title and Bullete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 and bulleted content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10972800" cy="1844608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80010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125730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1657350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2114550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 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428ABEB-87DF-4979-B8D5-38D09C15822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F68F78D1-9721-044C-B65C-A6FC97994CEC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67DE3A9-1F3C-45F4-9F53-543C4B62D7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27DE2B-5658-4ECD-9AB5-497E1D05E00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 userDrawn="1">
  <p:cSld name="Title, Subtitle,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Title, subtitle, and content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33600"/>
            <a:ext cx="10972800" cy="276793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942CBB3C-A513-466E-B53F-E5E5781263E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455968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kern="1200" cap="none" spc="0" baseline="0">
                <a:solidFill>
                  <a:schemeClr val="tx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Enter subtitle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876D2500-AAFD-4464-92DE-45442731C6FD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C4422CFE-CB70-E144-AF43-F0FCE393742F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77A7C935-E20D-482F-89A5-4255E88216F0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E19C1A1-91E5-46D2-97FB-94E48C63B96F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 userDrawn="1">
  <p:cSld name="Title, Subtitle, and Bullete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Title, subtitle, and bulleted content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981200"/>
            <a:ext cx="10972800" cy="184460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C73DDF9C-7004-4F4E-8707-3F8553760CA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09600" y="1457034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kern="1200" cap="none" spc="0" baseline="0">
                <a:solidFill>
                  <a:schemeClr val="tx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Enter subtitle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E9B8C3-36CA-4A97-B3FF-2FCDD97E1A02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F4FC2D43-256D-6645-BCF9-A844B8D70195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AEEE534-0361-47D3-8F92-2D7522A226D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34270F7-2BCA-4119-8F34-BD17AB29E14B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 userDrawn="1">
  <p:cSld name="Title, Content, and Imag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2bb421ba945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5334000" cy="978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Title, content, and image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71700"/>
            <a:ext cx="5334000" cy="154093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8C0C526-AA41-9246-8D2F-123642CF358A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72F72762-FFD8-44A0-D0C3-72BB36D5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 userDrawn="1">
  <p:cSld name="1_Title, Content, and Imag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Picture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a1e17e716436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5334000" cy="9787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Title, content, and image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71700"/>
            <a:ext cx="5334000" cy="154093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/>
            </a:lvl4pPr>
            <a:lvl5pPr marL="1143000" indent="0">
              <a:spcAft>
                <a:spcPts val="1800"/>
              </a:spcAft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C3FE715-EC87-4B8E-9C5A-5A9D588BB97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08C0C526-AA41-9246-8D2F-123642CF358A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8D5F6CD-847A-4EBE-9BAA-72269373CEED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1C972F2-75D0-4C1D-B2C9-D4DDBBA7EBAC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E4A259B-C4CE-849A-F79A-9E5DAF816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d0fdcb3afb446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8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0.xml><?xml version="1.0" encoding="utf-8"?>
<p:sldLayout xmlns:p="http://schemas.openxmlformats.org/presentationml/2006/main" type="twoObj" preserve="1">
  <p:cSld name="Two Content">
    <p:bg>
      <p:bgPr>
        <a:solidFill xmlns:a="http://schemas.openxmlformats.org/drawingml/2006/main">
          <a:srgbClr val="1A0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a1bb6799314be1"/>
          <a:srcRect xmlns:a="http://schemas.openxmlformats.org/drawingml/2006/main" l="0" t="0" r="0" b="505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5248274" cy="25740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1714499"/>
            <a:ext cx="5248276" cy="25740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C6CBC29B-2875-A847-90DD-93F5B9D216F5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5248274" cy="25740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1714499"/>
            <a:ext cx="5248276" cy="25740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B8530C4-DC55-4C62-84CC-692229E7851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C6CBC29B-2875-A847-90DD-93F5B9D216F5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64B8C68-5C05-4F96-9FF2-B531F83A539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6B81369-2E97-4C0B-9762-D765E28372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layout with subheadings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9599" y="1743647"/>
            <a:ext cx="5248656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09598" y="2141554"/>
            <a:ext cx="5248656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334125" y="1743647"/>
            <a:ext cx="5248656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6334125" y="2141554"/>
            <a:ext cx="5248656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96D1DC3-FE4E-4BC2-8CA3-4ED12B13803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D467C09E-9944-944E-A974-7D6AA4E02B83}" type="datetime1">
              <a:t>5/6/26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E24AE993-84F9-4B17-BB98-5AAAFAF3EA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E2CB0EC-BB93-4417-89BD-8704180EA22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type="twoTxTwoObj" preserve="1">
  <p:cSld name="Three column with subheading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Three-column layout with subheadings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9599" y="174364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09598" y="2141554"/>
            <a:ext cx="3483864" cy="113467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4354068" y="174364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4354067" y="2141554"/>
            <a:ext cx="3483864" cy="113467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098536" y="174364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8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8098536" y="2141554"/>
            <a:ext cx="3483864" cy="113467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9" name="Date Placeholder 8">
            <a:extLst xmlns:a="http://schemas.openxmlformats.org/drawingml/2006/main">
              <a:ext uri="{FF2B5EF4-FFF2-40B4-BE49-F238E27FC236}">
                <a16:creationId xmlns:a16="http://schemas.microsoft.com/office/drawing/2014/main" id="{4B58E081-E30E-4521-AEC0-F25E96B2F80B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6F02E835-1245-C748-8E9F-651FE6B45587}" type="datetime1">
              <a:t>5/6/26</a:t>
            </a:fld>
            <a:endParaRPr/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8E5D495B-454B-46AE-A85D-594A0B9FDDCC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Slide Number Placeholder 10">
            <a:extLst xmlns:a="http://schemas.openxmlformats.org/drawingml/2006/main">
              <a:ext uri="{FF2B5EF4-FFF2-40B4-BE49-F238E27FC236}">
                <a16:creationId xmlns:a16="http://schemas.microsoft.com/office/drawing/2014/main" id="{7F05D547-F845-48C9-979D-DD2269BB9C80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 userDrawn="1">
  <p:cSld name="1_Three column with subheading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Three-column layout with subheadings and images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9599" y="328669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09598" y="3656030"/>
            <a:ext cx="3483864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4354068" y="328669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4354067" y="3656030"/>
            <a:ext cx="3483864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8098536" y="3286697"/>
            <a:ext cx="3483864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8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8098536" y="3656030"/>
            <a:ext cx="3483864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9" name="Date Placeholder 8">
            <a:extLst xmlns:a="http://schemas.openxmlformats.org/drawingml/2006/main">
              <a:ext uri="{FF2B5EF4-FFF2-40B4-BE49-F238E27FC236}">
                <a16:creationId xmlns:a16="http://schemas.microsoft.com/office/drawing/2014/main" id="{FFCFB8E8-C9F0-4143-9378-EA7F6C76665B}"/>
              </a:ext>
            </a:extLst>
          </p:cNvPr>
          <p:cNvSpPr>
            <a:spLocks xmlns:a="http://schemas.openxmlformats.org/drawingml/2006/main" noGrp="1"/>
          </p:cNvSpPr>
          <p:nvPr>
            <p:ph type="dt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F96E8718-D810-5D42-BBA7-DBDBA7B074E9}" type="datetime1">
              <a:t>5/6/26</a:t>
            </a:fld>
            <a:endParaRPr/>
          </a:p>
        </p:txBody>
      </p:sp>
      <p:sp>
        <p:nvSpPr>
          <p:cNvPr id="10" name="Footer Placeholder 9">
            <a:extLst xmlns:a="http://schemas.openxmlformats.org/drawingml/2006/main">
              <a:ext uri="{FF2B5EF4-FFF2-40B4-BE49-F238E27FC236}">
                <a16:creationId xmlns:a16="http://schemas.microsoft.com/office/drawing/2014/main" id="{D7D1B458-DF75-45ED-B8CC-69A72676AB03}"/>
              </a:ext>
            </a:extLst>
          </p:cNvPr>
          <p:cNvSpPr>
            <a:spLocks xmlns:a="http://schemas.openxmlformats.org/drawingml/2006/main" noGrp="1"/>
          </p:cNvSpPr>
          <p:nvPr>
            <p:ph type="ftr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Slide Number Placeholder 10">
            <a:extLst xmlns:a="http://schemas.openxmlformats.org/drawingml/2006/main">
              <a:ext uri="{FF2B5EF4-FFF2-40B4-BE49-F238E27FC236}">
                <a16:creationId xmlns:a16="http://schemas.microsoft.com/office/drawing/2014/main" id="{7BB1AFFF-5B96-4371-BCA2-F0CE04ECF7FC}"/>
              </a:ext>
            </a:extLst>
          </p:cNvPr>
          <p:cNvSpPr>
            <a:spLocks xmlns:a="http://schemas.openxmlformats.org/drawingml/2006/main" noGrp="1"/>
          </p:cNvSpPr>
          <p:nvPr>
            <p:ph type="sldNum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3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E1FED918-02AD-4AE8-80A2-5FBE2CA7CD40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1500631" y="1553369"/>
            <a:ext cx="1701800" cy="148193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image</a:t>
            </a:r>
          </a:p>
        </p:txBody>
      </p:sp>
      <p:sp>
        <p:nvSpPr>
          <p:cNvPr id="14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6A07340D-F35E-44B1-83E7-553D9B9F4A1B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245099" y="1553369"/>
            <a:ext cx="1701800" cy="148193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image</a:t>
            </a:r>
          </a:p>
        </p:txBody>
      </p:sp>
      <p:sp>
        <p:nvSpPr>
          <p:cNvPr id="15" name="Picture Placeholder 12">
            <a:extLst xmlns:a="http://schemas.openxmlformats.org/drawingml/2006/main">
              <a:ext uri="{FF2B5EF4-FFF2-40B4-BE49-F238E27FC236}">
                <a16:creationId xmlns:a16="http://schemas.microsoft.com/office/drawing/2014/main" id="{0E39C743-124E-4ED1-8147-16B673DA194A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8989568" y="1553369"/>
            <a:ext cx="1701800" cy="1481931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image</a:t>
            </a:r>
          </a:p>
        </p:txBody>
      </p:sp>
    </p:spTree>
  </p:cSld>
</p:sldLayout>
</file>

<file path=ppt/slideLayouts/slideLayout85.xml><?xml version="1.0" encoding="utf-8"?>
<p:sldLayout xmlns:p="http://schemas.openxmlformats.org/presentationml/2006/main" type="twoTxTwoObj" preserve="1">
  <p:cSld name="Four column with subheading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AD5D51-461F-4BF3-B83C-3319F4FEFF79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Four-column layout with subheadings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C1CA65A-3F20-4CCD-AE7B-297E975BC0E8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09599" y="1743647"/>
            <a:ext cx="2377440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1DBED614-1324-4FC8-94DC-2BB58446A188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09598" y="2141554"/>
            <a:ext cx="2377440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7BCE1A54-1330-4A91-B63D-5CFA63F9FFD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3474719" y="1743647"/>
            <a:ext cx="2377440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8249DC76-96C3-408F-9627-4D642BE1BDD7}"/>
              </a:ext>
            </a:extLst>
          </p:cNvPr>
          <p:cNvSpPr>
            <a:spLocks xmlns:a="http://schemas.openxmlformats.org/drawingml/2006/main" noGrp="1"/>
          </p:cNvSpPr>
          <p:nvPr>
            <p:ph idx="4" hasCustomPrompt="1"/>
          </p:nvPr>
        </p:nvSpPr>
        <p:spPr>
          <a:xfrm xmlns:a="http://schemas.openxmlformats.org/drawingml/2006/main">
            <a:off x="3474719" y="2141554"/>
            <a:ext cx="2377440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7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EB7A6272-EB3F-49FE-8293-213DA74B26E7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339839" y="1743647"/>
            <a:ext cx="2377440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8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4C7D216-B044-4089-8FA7-0E2598881E88}"/>
              </a:ext>
            </a:extLst>
          </p:cNvPr>
          <p:cNvSpPr>
            <a:spLocks xmlns:a="http://schemas.openxmlformats.org/drawingml/2006/main" noGrp="1"/>
          </p:cNvSpPr>
          <p:nvPr>
            <p:ph idx="11" hasCustomPrompt="1"/>
          </p:nvPr>
        </p:nvSpPr>
        <p:spPr>
          <a:xfrm xmlns:a="http://schemas.openxmlformats.org/drawingml/2006/main">
            <a:off x="6339840" y="2141554"/>
            <a:ext cx="2377440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9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4A70CBA4-9A7C-4AA6-80BD-DA7E39D565C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204960" y="1743647"/>
            <a:ext cx="2377440" cy="369332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2000" b="0" i="0">
                <a:solidFill>
                  <a:schemeClr val="accent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Enter heading here</a:t>
            </a:r>
          </a:p>
        </p:txBody>
      </p:sp>
      <p:sp>
        <p:nvSpPr>
          <p:cNvPr id="10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188FFD55-A15C-40BB-919A-289EBCA6F226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9204960" y="2141554"/>
            <a:ext cx="2377440" cy="88537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buNone/>
              <a:defRPr sz="1400" b="0" i="0">
                <a:latin typeface="Amazon Ember Display"/>
                <a:ea typeface="Amazon Ember Display"/>
                <a:cs typeface="Amazon Ember Display"/>
              </a:defRPr>
            </a:lvl3pPr>
            <a:lvl4pPr marL="858838" indent="0">
              <a:buNone/>
              <a:defRPr sz="1200"/>
            </a:lvl4pPr>
            <a:lvl5pPr marL="1030288" indent="0">
              <a:buNone/>
              <a:defRPr sz="1200"/>
            </a:lvl5pPr>
          </a:lstStyle>
          <a:p xmlns:a="http://schemas.openxmlformats.org/drawingml/2006/main">
            <a:pPr lvl="0">
              <a:buNone/>
            </a:pPr>
            <a:r>
              <a:t>Enter text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</p:txBody>
      </p:sp>
      <p:sp>
        <p:nvSpPr>
          <p:cNvPr id="11" name="Date Placeholder 10">
            <a:extLst xmlns:a="http://schemas.openxmlformats.org/drawingml/2006/main">
              <a:ext uri="{FF2B5EF4-FFF2-40B4-BE49-F238E27FC236}">
                <a16:creationId xmlns:a16="http://schemas.microsoft.com/office/drawing/2014/main" id="{ADEB3A35-9813-4635-AE9D-3B9F6CA5316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2B958DF5-F549-8B46-95E0-C2CB36033BB5}" type="datetime1">
              <a:t>5/6/26</a:t>
            </a:fld>
            <a:endParaRPr/>
          </a:p>
        </p:txBody>
      </p:sp>
      <p:sp>
        <p:nvSpPr>
          <p:cNvPr id="12" name="Footer Placeholder 11">
            <a:extLst xmlns:a="http://schemas.openxmlformats.org/drawingml/2006/main">
              <a:ext uri="{FF2B5EF4-FFF2-40B4-BE49-F238E27FC236}">
                <a16:creationId xmlns:a16="http://schemas.microsoft.com/office/drawing/2014/main" id="{2617FC00-CD62-4B48-80A6-4E68401E9601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3" name="Slide Number Placeholder 12">
            <a:extLst xmlns:a="http://schemas.openxmlformats.org/drawingml/2006/main">
              <a:ext uri="{FF2B5EF4-FFF2-40B4-BE49-F238E27FC236}">
                <a16:creationId xmlns:a16="http://schemas.microsoft.com/office/drawing/2014/main" id="{1F0D3C1B-0D24-4BCA-810C-31D050008A6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36C643E-9D53-435F-9BF5-216545CC17E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7577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Picture with caption layout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170FD460-44A4-4368-BEE3-4B57384F2DAD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210300" y="1714501"/>
            <a:ext cx="5372100" cy="449579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F6F8F45C-51B3-4A66-AF8A-1A15D1257108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609598" y="1714501"/>
            <a:ext cx="537210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Enter descriptive text here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CAB3B1C-D783-464F-B951-6F802A18E6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96301397-8FE7-FB4B-82EE-58C288712F6D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CB0C078-A6D5-4C61-A732-EC72F4B2E5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BFCB9B7-F1A6-4E7E-9A44-4A1BF91C891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 userDrawn="1">
  <p:cSld name="Full Screen Phot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Picture Placeholder 6">
            <a:extLst xmlns:a="http://schemas.openxmlformats.org/drawingml/2006/main">
              <a:ext uri="{FF2B5EF4-FFF2-40B4-BE49-F238E27FC236}">
                <a16:creationId xmlns:a16="http://schemas.microsoft.com/office/drawing/2014/main" id="{45DE8161-89FB-4C0E-91DC-BB077E8FD54C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1"/>
            <a:ext cx="12192000" cy="685799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ctr"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picture</a:t>
            </a:r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 userDrawn="1">
  <p:cSld name="Customer logo wall ligh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04B31D2-1E8A-4798-BD13-0606620FD06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Customer logo wall layout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D4046C62-58BE-4875-9CF1-988E9FBC80B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C3A8789C-A0D1-A74F-A15D-501FE221905E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C09F8648-DA5C-4249-B315-5FCC6764F2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7AB4976B-D5E7-498C-99B5-7AA17CD101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8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67C4FF75-DBF1-4846-9B49-7424CC9B81D0}"/>
              </a:ext>
            </a:extLst>
          </p:cNvPr>
          <p:cNvSpPr>
            <a:spLocks xmlns:a="http://schemas.openxmlformats.org/drawingml/2006/main" noGrp="1"/>
          </p:cNvSpPr>
          <p:nvPr>
            <p:ph idx="13" hasCustomPrompt="1"/>
          </p:nvPr>
        </p:nvSpPr>
        <p:spPr>
          <a:xfrm xmlns:a="http://schemas.openxmlformats.org/drawingml/2006/main">
            <a:off x="790841" y="2194560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9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AA3F6BBD-CD6D-4350-B54B-BE6A362B5E0C}"/>
              </a:ext>
            </a:extLst>
          </p:cNvPr>
          <p:cNvSpPr>
            <a:spLocks xmlns:a="http://schemas.openxmlformats.org/drawingml/2006/main" noGrp="1"/>
          </p:cNvSpPr>
          <p:nvPr>
            <p:ph idx="14" hasCustomPrompt="1"/>
          </p:nvPr>
        </p:nvSpPr>
        <p:spPr>
          <a:xfrm xmlns:a="http://schemas.openxmlformats.org/drawingml/2006/main">
            <a:off x="9572359" y="2194560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0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F03249D0-599C-470C-AF38-A23174D881DA}"/>
              </a:ext>
            </a:extLst>
          </p:cNvPr>
          <p:cNvSpPr>
            <a:spLocks xmlns:a="http://schemas.openxmlformats.org/drawingml/2006/main" noGrp="1"/>
          </p:cNvSpPr>
          <p:nvPr>
            <p:ph idx="15" hasCustomPrompt="1"/>
          </p:nvPr>
        </p:nvSpPr>
        <p:spPr>
          <a:xfrm xmlns:a="http://schemas.openxmlformats.org/drawingml/2006/main">
            <a:off x="3718014" y="2194560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1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494B0474-3C2B-4A1F-847C-77DB62476761}"/>
              </a:ext>
            </a:extLst>
          </p:cNvPr>
          <p:cNvSpPr>
            <a:spLocks xmlns:a="http://schemas.openxmlformats.org/drawingml/2006/main" noGrp="1"/>
          </p:cNvSpPr>
          <p:nvPr>
            <p:ph idx="16" hasCustomPrompt="1"/>
          </p:nvPr>
        </p:nvSpPr>
        <p:spPr>
          <a:xfrm xmlns:a="http://schemas.openxmlformats.org/drawingml/2006/main">
            <a:off x="6645187" y="2194560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2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6B3D3A2C-F2FE-4E58-9179-32ACA63A87E0}"/>
              </a:ext>
            </a:extLst>
          </p:cNvPr>
          <p:cNvSpPr>
            <a:spLocks xmlns:a="http://schemas.openxmlformats.org/drawingml/2006/main" noGrp="1"/>
          </p:cNvSpPr>
          <p:nvPr>
            <p:ph idx="17" hasCustomPrompt="1"/>
          </p:nvPr>
        </p:nvSpPr>
        <p:spPr>
          <a:xfrm xmlns:a="http://schemas.openxmlformats.org/drawingml/2006/main">
            <a:off x="790841" y="4059936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3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D9DA6D6E-7CB2-43EC-A618-77FD5AC68695}"/>
              </a:ext>
            </a:extLst>
          </p:cNvPr>
          <p:cNvSpPr>
            <a:spLocks xmlns:a="http://schemas.openxmlformats.org/drawingml/2006/main" noGrp="1"/>
          </p:cNvSpPr>
          <p:nvPr>
            <p:ph idx="18" hasCustomPrompt="1"/>
          </p:nvPr>
        </p:nvSpPr>
        <p:spPr>
          <a:xfrm xmlns:a="http://schemas.openxmlformats.org/drawingml/2006/main">
            <a:off x="9572359" y="4059936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4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DD3BB708-38D6-4216-8681-62B5B1293221}"/>
              </a:ext>
            </a:extLst>
          </p:cNvPr>
          <p:cNvSpPr>
            <a:spLocks xmlns:a="http://schemas.openxmlformats.org/drawingml/2006/main" noGrp="1"/>
          </p:cNvSpPr>
          <p:nvPr>
            <p:ph idx="19" hasCustomPrompt="1"/>
          </p:nvPr>
        </p:nvSpPr>
        <p:spPr>
          <a:xfrm xmlns:a="http://schemas.openxmlformats.org/drawingml/2006/main">
            <a:off x="3718014" y="4059936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  <p:sp>
        <p:nvSpPr>
          <p:cNvPr id="15" name="Content Placeholder 7">
            <a:extLst xmlns:a="http://schemas.openxmlformats.org/drawingml/2006/main">
              <a:ext uri="{FF2B5EF4-FFF2-40B4-BE49-F238E27FC236}">
                <a16:creationId xmlns:a16="http://schemas.microsoft.com/office/drawing/2014/main" id="{D95B1CF7-30AD-446D-BB48-437779BB20A2}"/>
              </a:ext>
            </a:extLst>
          </p:cNvPr>
          <p:cNvSpPr>
            <a:spLocks xmlns:a="http://schemas.openxmlformats.org/drawingml/2006/main" noGrp="1"/>
          </p:cNvSpPr>
          <p:nvPr>
            <p:ph idx="20" hasCustomPrompt="1"/>
          </p:nvPr>
        </p:nvSpPr>
        <p:spPr>
          <a:xfrm xmlns:a="http://schemas.openxmlformats.org/drawingml/2006/main">
            <a:off x="6645187" y="4059936"/>
            <a:ext cx="1828800" cy="109728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1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buNone/>
              <a:defRPr/>
            </a:lvl2pPr>
            <a:lvl3pPr marL="628650" indent="0">
              <a:buNone/>
              <a:defRPr/>
            </a:lvl3pPr>
            <a:lvl4pPr marL="858838" indent="0">
              <a:buNone/>
              <a:defRPr/>
            </a:lvl4pPr>
            <a:lvl5pPr marL="1030288" indent="0"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photo icon to add logo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type="twoObj" preserve="1">
  <p:cSld name="Two Content with Bulle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2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with bullets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5248274" cy="1983107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80010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120015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1657350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2114550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1714500"/>
            <a:ext cx="5248276" cy="1983107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80010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120015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1657350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2114550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3285F99-D5A6-480F-A674-A76B9194560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9C031CC3-E800-D94E-ACE2-59E99B1146F6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46AC62E-3DD2-43DB-9AAA-009DDB88F8D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BB9EF5C-832F-4F15-B95C-60157E7BD8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 userDrawn="1">
  <p:cSld name="Two 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with subtitle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33600"/>
            <a:ext cx="5248274" cy="25740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2133598"/>
            <a:ext cx="5248276" cy="257403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1800"/>
              </a:spcAft>
              <a:buNone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285750" indent="0">
              <a:spcAft>
                <a:spcPts val="180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628650" indent="0">
              <a:spcAft>
                <a:spcPts val="1800"/>
              </a:spcAft>
              <a:buNone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9144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1143000" indent="0">
              <a:spcAft>
                <a:spcPts val="1800"/>
              </a:spcAft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D29D7037-6014-41C7-AAA4-041F7B6E510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1455968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kern="1200" cap="none" spc="0" baseline="0">
                <a:solidFill>
                  <a:schemeClr val="tx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Enter subtitle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B7882DCB-3FBB-4107-96D9-358054987DA9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44B5C68-7AAF-714C-BA5C-79EE2A2BF521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DE50B923-C7E4-4160-8DCE-6199F6C430EF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C6778C9A-1C98-4EC3-A992-895A3DF0E693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 userDrawn="1">
  <p:cSld name="Two Content, Subtitle, and Bulle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Two-column, subtitle, bullets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2133601"/>
            <a:ext cx="5248274" cy="1983107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80010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120015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1657350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2114550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2133600"/>
            <a:ext cx="5248276" cy="1983107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1pPr>
            <a:lvl2pPr marL="80010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2pPr>
            <a:lvl3pPr marL="120015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3pPr>
            <a:lvl4pPr marL="1657350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4pPr>
            <a:lvl5pPr marL="2114550" indent="-285750">
              <a:buFont typeface="Arial"/>
              <a:buChar char="•"/>
              <a:defRPr sz="1600"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0848919E-8A8C-4C90-854E-20FDD2FCCD9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1455968"/>
            <a:ext cx="10972800" cy="3416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800" b="0" i="0" kern="1200" cap="none" spc="0" baseline="0">
                <a:solidFill>
                  <a:schemeClr val="tx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marL="0" lv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</a:pPr>
            <a:r>
              <a:t>Enter subtitle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CFEA9DE9-1720-43CB-BEB4-4A471EA86C1F}"/>
              </a:ext>
            </a:extLst>
          </p:cNvPr>
          <p:cNvSpPr>
            <a:spLocks xmlns:a="http://schemas.openxmlformats.org/drawingml/2006/main" noGrp="1"/>
          </p:cNvSpPr>
          <p:nvPr>
            <p:ph type="dt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122D055C-F955-814B-8E36-6633B2B2BF72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C644196F-CE34-473D-A802-821F7968F214}"/>
              </a:ext>
            </a:extLst>
          </p:cNvPr>
          <p:cNvSpPr>
            <a:spLocks xmlns:a="http://schemas.openxmlformats.org/drawingml/2006/main" noGrp="1"/>
          </p:cNvSpPr>
          <p:nvPr>
            <p:ph type="ftr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AF4E16D6-76D0-4B95-931F-9F32F34A84E0}"/>
              </a:ext>
            </a:extLst>
          </p:cNvPr>
          <p:cNvSpPr>
            <a:spLocks xmlns:a="http://schemas.openxmlformats.org/drawingml/2006/main" noGrp="1"/>
          </p:cNvSpPr>
          <p:nvPr>
            <p:ph type="sldNum" idx="13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1763FF7-5605-71F8-6697-EB254219C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57" y="501806"/>
            <a:ext cx="11240428" cy="5708494"/>
          </a:xfrm>
          <a:prstGeom xmlns:a="http://schemas.openxmlformats.org/drawingml/2006/main" prst="roundRect">
            <a:avLst>
              <a:gd name="adj" fmla="val 1532"/>
            </a:avLst>
          </a:prstGeom>
          <a:solidFill xmlns:a="http://schemas.openxmlformats.org/drawingml/2006/main">
            <a:srgbClr val="1D262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45720" rIns="45720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b="0" i="0">
              <a:solidFill>
                <a:schemeClr val="tx1"/>
              </a:solidFill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40082" y="4127500"/>
            <a:ext cx="8067261" cy="3693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name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40082" y="4496832"/>
            <a:ext cx="806726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affiliation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2BEA218-CD6F-B44E-B26C-C64BF244E0F0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pic>
        <p:nvPicPr>
          <p:cNvPr id="24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7e7bb92c8c4606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5928" y="1942480"/>
            <a:ext cx="398998" cy="338709"/>
          </a:xfrm>
          <a:prstGeom xmlns:a="http://schemas.openxmlformats.org/drawingml/2006/main" prst="rect">
            <a:avLst/>
          </a:prstGeom>
        </p:spPr>
      </p:pic>
      <p:sp>
        <p:nvSpPr>
          <p:cNvPr id="16" name="Title 1">
            <a:extLst xmlns:a="http://schemas.openxmlformats.org/drawingml/2006/main">
              <a:ext uri="{FF2B5EF4-FFF2-40B4-BE49-F238E27FC236}">
                <a16:creationId xmlns:a16="http://schemas.microsoft.com/office/drawing/2014/main" id="{B57A2FB6-579C-8BDA-C03C-733FDD502CE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40082" y="1975199"/>
            <a:ext cx="8067261" cy="1920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quote here. Reposition quote mark graphics to frame the quote.</a:t>
            </a:r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 userDrawn="1">
  <p:cSld name="Quote Gradient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52d346690143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40082" y="4127500"/>
            <a:ext cx="8067261" cy="3693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name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40082" y="4496832"/>
            <a:ext cx="806726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affiliation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2BEA218-CD6F-B44E-B26C-C64BF244E0F0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A9F35CF-0293-AD03-12BE-0AD2771A7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8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3e4a9f511945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830"/>
          </a:xfrm>
          <a:prstGeom xmlns:a="http://schemas.openxmlformats.org/drawingml/2006/main" prst="rect">
            <a:avLst/>
          </a:prstGeom>
        </p:spPr>
      </p:pic>
      <p:pic>
        <p:nvPicPr>
          <p:cNvPr id="29" name="Picture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7155975dcf4af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5928" y="1942480"/>
            <a:ext cx="398997" cy="338709"/>
          </a:xfrm>
          <a:prstGeom xmlns:a="http://schemas.openxmlformats.org/drawingml/2006/main" prst="rect">
            <a:avLst/>
          </a:prstGeom>
        </p:spPr>
      </p:pic>
      <p:sp>
        <p:nvSpPr>
          <p:cNvPr id="17" name="Title 1">
            <a:extLst xmlns:a="http://schemas.openxmlformats.org/drawingml/2006/main">
              <a:ext uri="{FF2B5EF4-FFF2-40B4-BE49-F238E27FC236}">
                <a16:creationId xmlns:a16="http://schemas.microsoft.com/office/drawing/2014/main" id="{74CEA261-0749-39A4-C724-57029DDE91B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40082" y="1975199"/>
            <a:ext cx="8067261" cy="1920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quote here. Reposition quote mark graphics to frame the quote.</a:t>
            </a:r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 userDrawn="1">
  <p:cSld name="Quote Gradient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77859585bb484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117ECE-DA96-4373-B8B2-4E847C5ACBA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40082" y="1975199"/>
            <a:ext cx="8067261" cy="1920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quote here. Reposition quote mark graphics to frame the quote.</a:t>
            </a:r>
          </a:p>
        </p:txBody>
      </p:sp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40082" y="4127500"/>
            <a:ext cx="8067261" cy="3693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name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40082" y="4496832"/>
            <a:ext cx="806726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affiliation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2BEA218-CD6F-B44E-B26C-C64BF244E0F0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9FA2AE2-2071-6FBA-C0DF-DC91D9C45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4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1454d7b87d4b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830"/>
          </a:xfrm>
          <a:prstGeom xmlns:a="http://schemas.openxmlformats.org/drawingml/2006/main" prst="rect">
            <a:avLst/>
          </a:prstGeom>
        </p:spPr>
      </p:pic>
      <p:pic>
        <p:nvPicPr>
          <p:cNvPr id="2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539a3e86244fa9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5928" y="1942480"/>
            <a:ext cx="398997" cy="33870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5.xml><?xml version="1.0" encoding="utf-8"?>
<p:sldLayout xmlns:p="http://schemas.openxmlformats.org/presentationml/2006/main" preserve="1" userDrawn="1">
  <p:cSld name="Quote Gradient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c5de764ce040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9" name="Text Placeholder 8">
            <a:extLst xmlns:a="http://schemas.openxmlformats.org/drawingml/2006/main">
              <a:ext uri="{FF2B5EF4-FFF2-40B4-BE49-F238E27FC236}">
                <a16:creationId xmlns:a16="http://schemas.microsoft.com/office/drawing/2014/main" id="{2CC38951-92FB-41A4-A9D4-F3B7D3577EC9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1540082" y="4127500"/>
            <a:ext cx="8067261" cy="3693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0"/>
              </a:spcAft>
              <a:buNone/>
              <a:defRPr sz="20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name</a:t>
            </a:r>
          </a:p>
        </p:txBody>
      </p:sp>
      <p:sp>
        <p:nvSpPr>
          <p:cNvPr id="11" name="Text Placeholder 10">
            <a:extLst xmlns:a="http://schemas.openxmlformats.org/drawingml/2006/main">
              <a:ext uri="{FF2B5EF4-FFF2-40B4-BE49-F238E27FC236}">
                <a16:creationId xmlns:a16="http://schemas.microsoft.com/office/drawing/2014/main" id="{3C436BC0-B224-4E6F-99AF-155A3657C058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1540082" y="4496832"/>
            <a:ext cx="806726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Quoted person’s affiliation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11DEF90-4BC7-4449-B8ED-B9BEFD74704A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2BEA218-CD6F-B44E-B26C-C64BF244E0F0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0F1DAA-08EC-40A3-9CC6-57B8099A6FAA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18D867C9-C0CC-45E6-BDB6-5AAA8DF8A9C3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2F74E9CC-3075-EE68-DD01-BF810D0A2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4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310a0f2fd84d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830"/>
          </a:xfrm>
          <a:prstGeom xmlns:a="http://schemas.openxmlformats.org/drawingml/2006/main" prst="rect">
            <a:avLst/>
          </a:prstGeom>
        </p:spPr>
      </p:pic>
      <p:pic>
        <p:nvPicPr>
          <p:cNvPr id="25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471eff7794792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5928" y="1942480"/>
            <a:ext cx="398998" cy="338709"/>
          </a:xfrm>
          <a:prstGeom xmlns:a="http://schemas.openxmlformats.org/drawingml/2006/main" prst="rect">
            <a:avLst/>
          </a:prstGeom>
        </p:spPr>
      </p:pic>
      <p:sp>
        <p:nvSpPr>
          <p:cNvPr id="13" name="Title 1">
            <a:extLst xmlns:a="http://schemas.openxmlformats.org/drawingml/2006/main">
              <a:ext uri="{FF2B5EF4-FFF2-40B4-BE49-F238E27FC236}">
                <a16:creationId xmlns:a16="http://schemas.microsoft.com/office/drawing/2014/main" id="{41DB773A-50B4-2838-9D40-23B240064E7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540082" y="1975199"/>
            <a:ext cx="8067261" cy="192052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quote here. Reposition quote mark graphics to frame the quote.</a:t>
            </a:r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 userDrawn="1">
  <p:cSld name="Section Header Option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52ec2e16ae42e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18036"/>
            <a:ext cx="7823200" cy="14219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Section layout: Enter section name here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504A1AE1-7907-F24D-8677-0B8F5F67234B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1BD8B1BE-F62C-9842-9FF0-A53695D03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2e6dbba66f41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8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7.xml><?xml version="1.0" encoding="utf-8"?>
<p:sldLayout xmlns:p="http://schemas.openxmlformats.org/presentationml/2006/main" preserve="1" userDrawn="1">
  <p:cSld name="Section Header Option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8a3902bc954d5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18036"/>
            <a:ext cx="7823200" cy="14219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Section layout: Enter section name here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504A1AE1-7907-F24D-8677-0B8F5F67234B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68CECC62-1D56-92A3-418D-0EC34FDA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6b516e7fb4f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8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8.xml><?xml version="1.0" encoding="utf-8"?>
<p:sldLayout xmlns:p="http://schemas.openxmlformats.org/presentationml/2006/main" preserve="1" userDrawn="1">
  <p:cSld name="Section Header Option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658b3623a47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18036"/>
            <a:ext cx="7823200" cy="14219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Section layout: Enter section name here</a:t>
            </a:r>
          </a:p>
        </p:txBody>
      </p:sp>
      <p:sp>
        <p:nvSpPr>
          <p:cNvPr id="6" name="Date Placeholder 5">
            <a:extLst xmlns:a="http://schemas.openxmlformats.org/drawingml/2006/main">
              <a:ext uri="{FF2B5EF4-FFF2-40B4-BE49-F238E27FC236}">
                <a16:creationId xmlns:a16="http://schemas.microsoft.com/office/drawing/2014/main" id="{25053DED-8B0A-4549-8967-4B01D5F3B8A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504A1AE1-7907-F24D-8677-0B8F5F67234B}" type="datetime1">
              <a:t>5/6/26</a:t>
            </a:fld>
            <a:endParaRPr/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3C84D5AC-C55E-442D-A261-2526AFE660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8" name="Slide Number Placeholder 7">
            <a:extLst xmlns:a="http://schemas.openxmlformats.org/drawingml/2006/main">
              <a:ext uri="{FF2B5EF4-FFF2-40B4-BE49-F238E27FC236}">
                <a16:creationId xmlns:a16="http://schemas.microsoft.com/office/drawing/2014/main" id="{9BE13C20-A770-495A-BA36-0CE111A913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solidFill>
                  <a:schemeClr val="tx1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F6FE5FF-6177-0943-300C-32D19148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17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d15fb412e645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83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99.xml><?xml version="1.0" encoding="utf-8"?>
<p:sldLayout xmlns:p="http://schemas.openxmlformats.org/presentationml/2006/main" type="obj" preserve="1">
  <p:cSld name="Co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F8ECA2-6D6E-4722-9B75-7468AE1E58A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Code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025BCD8-5D1C-48DC-A21B-317A0B7D55A0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10972800" cy="190308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5pPr>
          </a:lstStyle>
          <a:p xmlns:a="http://schemas.openxmlformats.org/drawingml/2006/main">
            <a:pPr lvl="0">
              <a:buNone/>
            </a:pPr>
            <a:r>
              <a:t>Type or paste plain-text code here; or click icon to add image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A09EAB3-8007-4FDC-BADB-BADCE0CE187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14000039-AC38-8C4D-BBF6-A4179217D919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375AEC-53B6-4043-9677-30AD83B02F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3F51AD4-FDAE-4E07-B685-874180F102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type="twoObj" preserve="1">
  <p:cSld name="Code - 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2A4C8A-667C-40C7-9A6D-BA3F977C5FDD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Two-column code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B10331E-4F8F-4DEC-91C1-F631560E6601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09600" y="1714500"/>
            <a:ext cx="5248274" cy="190308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5pPr>
          </a:lstStyle>
          <a:p xmlns:a="http://schemas.openxmlformats.org/drawingml/2006/main">
            <a:pPr lvl="0">
              <a:buNone/>
            </a:pPr>
            <a:r>
              <a:t>Enter code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CF72257F-5E84-444A-B9C4-CCB856025EB2}"/>
              </a:ext>
            </a:extLst>
          </p:cNvPr>
          <p:cNvSpPr>
            <a:spLocks xmlns:a="http://schemas.openxmlformats.org/drawingml/2006/main" noGrp="1"/>
          </p:cNvSpPr>
          <p:nvPr>
            <p:ph idx="2" hasCustomPrompt="1"/>
          </p:nvPr>
        </p:nvSpPr>
        <p:spPr>
          <a:xfrm xmlns:a="http://schemas.openxmlformats.org/drawingml/2006/main">
            <a:off x="6334125" y="1714500"/>
            <a:ext cx="5248276" cy="190308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1pPr>
            <a:lvl2pPr marL="2286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2pPr>
            <a:lvl3pPr marL="4572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3pPr>
            <a:lvl4pPr marL="6858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4pPr>
            <a:lvl5pPr marL="914400" indent="0">
              <a:spcAft>
                <a:spcPts val="600"/>
              </a:spcAft>
              <a:buNone/>
              <a:defRPr sz="1800" b="0" i="0">
                <a:latin typeface="Amazon Ember Mono"/>
                <a:ea typeface="Amazon Ember Mono"/>
                <a:cs typeface="Amazon Ember Mono"/>
              </a:defRPr>
            </a:lvl5pPr>
          </a:lstStyle>
          <a:p xmlns:a="http://schemas.openxmlformats.org/drawingml/2006/main">
            <a:pPr lvl="0">
              <a:buNone/>
            </a:pPr>
            <a:r>
              <a:t>Enter code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8D810155-AFE0-49FD-8E9F-C55D662327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BA838F1F-E927-864D-8933-A87A9B46D340}" type="datetime1">
              <a:t>5/6/26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99A757A-A572-48F6-B0E7-EBDAFBA598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6BBE49C-423E-451A-A0D2-7D73F2531B9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 userDrawn="1">
  <p:cSld name="Q&amp;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7590820-803B-4C55-BA9E-AE3223753EE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53256" y="3226552"/>
            <a:ext cx="6823869" cy="7502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Enter subtitle</a:t>
            </a:r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35841FE7-5B7D-4299-B262-F8E574B50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F5CD9E88-8D52-D44B-9301-05276D5B5248}" type="datetime1">
              <a:t>5/6/26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728617C0-A817-49E3-9857-07752AB4013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D2B99A66-7F1A-495E-B008-D2DB34B05B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0F7951E-E6AB-4553-9142-A91D5BC58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2428875"/>
            <a:ext cx="6867525" cy="955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noAutofit/>
          </a:bodyPr>
          <a:lstStyle xmlns:a="http://schemas.openxmlformats.org/drawingml/2006/main"/>
          <a:p xmlns:a="http://schemas.openxmlformats.org/drawingml/2006/main">
            <a:r>
              <a: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Q&amp;A</a:t>
            </a:r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 userDrawn="1">
  <p:cSld name="Video or Demo Divi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915E6F-C631-449B-B22F-53FD20C9E89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09600" y="2773436"/>
            <a:ext cx="7823200" cy="131112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 sz="44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Video or demo divider: Enter “Video” or “Demo” here</a:t>
            </a:r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 userDrawn="1">
  <p:cSld name="Video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d11d722884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4672" y="2327672"/>
            <a:ext cx="2202656" cy="2202656"/>
          </a:xfrm>
          <a:prstGeom xmlns:a="http://schemas.openxmlformats.org/drawingml/2006/main" prst="rect">
            <a:avLst/>
          </a:prstGeom>
        </p:spPr>
      </p:pic>
      <p:sp>
        <p:nvSpPr>
          <p:cNvPr id="7" name="Media Placeholder 6">
            <a:extLst xmlns:a="http://schemas.openxmlformats.org/drawingml/2006/main">
              <a:ext uri="{FF2B5EF4-FFF2-40B4-BE49-F238E27FC236}">
                <a16:creationId xmlns:a16="http://schemas.microsoft.com/office/drawing/2014/main" id="{6100FBD5-D226-4B79-8009-A3AA42458FC8}"/>
              </a:ext>
            </a:extLst>
          </p:cNvPr>
          <p:cNvSpPr>
            <a:spLocks xmlns:a="http://schemas.openxmlformats.org/drawingml/2006/main" noGrp="1"/>
          </p:cNvSpPr>
          <p:nvPr>
            <p:ph type="media" idx="10"/>
          </p:nvPr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2"/>
          </a:solidFill>
        </p:spPr>
        <p:txBody>
          <a:bodyPr xmlns:a="http://schemas.openxmlformats.org/drawingml/2006/main" lIns="548640" anchor="ctr">
            <a:noAutofit/>
          </a:bodyPr>
          <a:lstStyle xmlns:a="http://schemas.openxmlformats.org/drawingml/2006/main">
            <a:lvl1pPr marL="0" indent="0" algn="ctr"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icon to add media</a:t>
            </a:r>
          </a:p>
        </p:txBody>
      </p:sp>
    </p:spTree>
  </p:cSld>
</p:sldLayout>
</file>

<file path=ppt/slideLayouts/slideLayout104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951A51E-0F08-4B7B-9A9F-00CF3AA3107A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539262" y="914401"/>
            <a:ext cx="10972800" cy="6463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Content with caption layout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54F6EECF-7227-4AD4-BC6B-F6715716A80F}"/>
              </a:ext>
            </a:extLst>
          </p:cNvPr>
          <p:cNvSpPr>
            <a:spLocks xmlns:a="http://schemas.openxmlformats.org/drawingml/2006/main" noGrp="1"/>
          </p:cNvSpPr>
          <p:nvPr>
            <p:ph idx="1" hasCustomPrompt="1"/>
          </p:nvPr>
        </p:nvSpPr>
        <p:spPr>
          <a:xfrm xmlns:a="http://schemas.openxmlformats.org/drawingml/2006/main">
            <a:off x="6210300" y="1714501"/>
            <a:ext cx="5372100" cy="2232406"/>
          </a:xfrm>
        </p:spPr>
        <p:txBody>
          <a:bodyPr xmlns:a="http://schemas.openxmlformats.org/drawingml/2006/main"/>
          <a:lstStyle xmlns:a="http://schemas.openxmlformats.org/drawingml/2006/main">
            <a:lvl1pPr marL="457200" indent="-457200">
              <a:buFont typeface="Arial"/>
              <a:buChar char="•"/>
              <a:defRPr sz="2800" b="0" i="0">
                <a:latin typeface="Amazon Ember Display"/>
                <a:ea typeface="Amazon Ember Display"/>
                <a:cs typeface="Amazon Ember Display"/>
              </a:defRPr>
            </a:lvl1pPr>
            <a:lvl2pPr marL="800100" indent="-342900">
              <a:buFont typeface="Arial"/>
              <a:buChar char="•"/>
              <a:defRPr sz="2400" b="0" i="0">
                <a:latin typeface="Amazon Ember Display"/>
                <a:ea typeface="Amazon Ember Display"/>
                <a:cs typeface="Amazon Ember Display"/>
              </a:defRPr>
            </a:lvl2pPr>
            <a:lvl3pPr marL="1257300" indent="-342900">
              <a:buFont typeface="Arial"/>
              <a:buChar char="•"/>
              <a:defRPr sz="2000" b="0" i="0">
                <a:latin typeface="Amazon Ember Display"/>
                <a:ea typeface="Amazon Ember Display"/>
                <a:cs typeface="Amazon Ember Display"/>
              </a:defRPr>
            </a:lvl3pPr>
            <a:lvl4pPr marL="165735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4pPr>
            <a:lvl5pPr marL="2114550" indent="-285750">
              <a:buFont typeface="Arial"/>
              <a:buChar char="•"/>
              <a:defRPr sz="1800" b="0" i="0">
                <a:latin typeface="Amazon Ember Display"/>
                <a:ea typeface="Amazon Ember Display"/>
                <a:cs typeface="Amazon Ember Display"/>
              </a:defRPr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Enter text or click icon to add media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A0C0C8A-CCAE-4B98-91F0-838AA4F55C8F}"/>
              </a:ext>
            </a:extLst>
          </p:cNvPr>
          <p:cNvSpPr>
            <a:spLocks xmlns:a="http://schemas.openxmlformats.org/drawingml/2006/main" noGrp="1"/>
          </p:cNvSpPr>
          <p:nvPr>
            <p:ph type="body" idx="2" hasCustomPrompt="1"/>
          </p:nvPr>
        </p:nvSpPr>
        <p:spPr>
          <a:xfrm xmlns:a="http://schemas.openxmlformats.org/drawingml/2006/main">
            <a:off x="609598" y="1725611"/>
            <a:ext cx="5372101" cy="31393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 b="0" i="0"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Enter descriptive text here</a:t>
            </a:r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 userDrawn="1">
  <p:cSld name="Thank You Option 1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12d40f893c43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1FFA190-394C-4586-A84A-BA2A6770300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10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B682D70F-F9C4-4C4C-A916-589EA4438C2E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19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11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93A1250-E885-4935-B98D-9C62E4E51F4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27146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12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DF7E9957-AB07-4CE6-BD9E-3631EF6ED53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7146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1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E064B62F-5416-46A2-BBC6-945C362C63DE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810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14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4BBE44B1-E140-4E35-AF0B-41A3CDA5CA27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810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2BEBFA3-8C5E-448A-B03D-8DAAEBB40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2461211"/>
            <a:ext cx="686752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noAutofit/>
          </a:bodyPr>
          <a:lstStyle xmlns:a="http://schemas.openxmlformats.org/drawingml/2006/main"/>
          <a:p xmlns:a="http://schemas.openxmlformats.org/drawingml/2006/main">
            <a:r>
              <a: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Thank you!</a:t>
            </a:r>
          </a:p>
        </p:txBody>
      </p:sp>
      <p:pic>
        <p:nvPicPr>
          <p:cNvPr id="27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45ea315dbd46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16413"/>
            <a:ext cx="979714" cy="586152"/>
          </a:xfrm>
          <a:prstGeom xmlns:a="http://schemas.openxmlformats.org/drawingml/2006/main" prst="rect">
            <a:avLst/>
          </a:prstGeom>
        </p:spPr>
      </p:pic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EA8C7E34-CF30-2AED-4C9C-32CE310B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67" y="6017899"/>
            <a:ext cx="3977371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 userDrawn="1">
  <p:cSld name="Thank You Option 2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62eb2463a24e0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F4CEAE59-88AB-067D-8305-5D60E5C0CC94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4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7ED4E7E8-6939-47DD-F50C-1BE8D7C7AB1B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19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0E08B7E-513C-0B0B-9DC0-33A10068E811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27146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6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21EF1BFC-F8EA-31FF-2ECB-6FE640057D1C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7146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7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BCF5D785-7779-B4A7-1593-D9E4005D4186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810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9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C67EAE0-22D8-7774-6075-2E7C8D357946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810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B073B14-3FCE-9EBE-8EF4-076D31F5D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2461211"/>
            <a:ext cx="686752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noAutofit/>
          </a:bodyPr>
          <a:lstStyle xmlns:a="http://schemas.openxmlformats.org/drawingml/2006/main"/>
          <a:p xmlns:a="http://schemas.openxmlformats.org/drawingml/2006/main">
            <a:r>
              <a: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Thank you!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2B64E461-542C-9DF0-B91E-B36341643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52550" y="3771900"/>
            <a:ext cx="6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  <p:pic>
        <p:nvPicPr>
          <p:cNvPr id="33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8ce063be34e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16413"/>
            <a:ext cx="979714" cy="586152"/>
          </a:xfrm>
          <a:prstGeom xmlns:a="http://schemas.openxmlformats.org/drawingml/2006/main" prst="rect">
            <a:avLst/>
          </a:prstGeom>
        </p:spPr>
      </p:pic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7816D4-9E22-E961-B267-8DCA00D5E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67" y="6017899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 userDrawn="1">
  <p:cSld name="Thank You Option 3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5c6681560c4a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pic>
        <p:nvPicPr>
          <p:cNvPr id="2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ab9418475f48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02686" y="5616413"/>
            <a:ext cx="979714" cy="586152"/>
          </a:xfrm>
          <a:prstGeom xmlns:a="http://schemas.openxmlformats.org/drawingml/2006/main" prst="rect">
            <a:avLst/>
          </a:prstGeom>
        </p:spPr>
      </p:pic>
      <p:sp>
        <p:nvSpPr>
          <p:cNvPr id="3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C3E01366-E822-32FE-65C0-B3B4125945B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619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4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1E78FCF9-F25E-3767-EB4A-8D919FAD0C7D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619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5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A1C9D7C-4935-7A74-21C6-B88B45377B89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27146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6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20D6E1ED-92EF-4477-D94E-EDA210EF8854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7146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7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F1AB78F-B9B6-3B94-6F03-015F0598F319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810125" y="3621643"/>
            <a:ext cx="1994088" cy="36933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name</a:t>
            </a:r>
          </a:p>
        </p:txBody>
      </p:sp>
      <p:sp>
        <p:nvSpPr>
          <p:cNvPr id="9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7B0FD9D2-77A6-9253-CB15-84E1C403FB55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4810125" y="3990975"/>
            <a:ext cx="1994088" cy="53553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Aft>
                <a:spcPts val="600"/>
              </a:spcAft>
              <a:buNone/>
              <a:defRPr sz="1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pPr lvl="0">
              <a:buNone/>
            </a:pPr>
            <a:r>
              <a:t>Speaker contact info (email or socials)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AE79A02-C451-B664-9107-9D196F33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599" y="2461211"/>
            <a:ext cx="6867525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>
            <a:noAutofit/>
          </a:bodyPr>
          <a:lstStyle xmlns:a="http://schemas.openxmlformats.org/drawingml/2006/main"/>
          <a:p xmlns:a="http://schemas.openxmlformats.org/drawingml/2006/main">
            <a:r>
              <a:rPr sz="48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Thank you!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1416FB4C-1D1E-4119-B730-03DD2E26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52550" y="3771900"/>
            <a:ext cx="65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rIns="0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73418EE-3F95-4F71-83CC-C11186EB4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767" y="6017899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</p:spTree>
  </p:cSld>
</p:sldLayout>
</file>

<file path=ppt/slideLayouts/slideLayout108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88FA33D-5535-4C9A-8FE3-B37ABA63B4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914401"/>
            <a:ext cx="10972800" cy="53553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9E93D77A-024C-472F-B312-4E06A5BAE0B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435402" y="1718982"/>
            <a:ext cx="2146998" cy="4491317"/>
          </a:xfrm>
        </p:spPr>
        <p:txBody>
          <a:bodyPr xmlns:a="http://schemas.openxmlformats.org/drawingml/2006/main" vert="eaVert"/>
          <a:lstStyle xmlns:a="http://schemas.openxmlformats.org/drawingml/2006/main">
            <a:lvl1pPr marL="0" indent="0">
              <a:buFontTx/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457200" indent="0">
              <a:buFontTx/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914400" indent="0">
              <a:buFontTx/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1371600" indent="0">
              <a:buFontTx/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1828800" indent="0">
              <a:buFontTx/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7BCF1F-274F-4C05-8696-189CDAE0C33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8DF6AC9B-6FB6-E64C-9786-C40DFE89F624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4FBB62C-DD5C-4CC6-98BC-330285579B7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10D4DAD-D906-4444-864A-7CED33CEDE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625061DB-7406-41C8-A121-52D8D4484FD1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12F2CA4B-F100-498A-9F95-D1048E98B3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914399"/>
            <a:ext cx="2857500" cy="52959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3600"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442DEB-18AA-41C3-A034-B81C200697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425502" y="914399"/>
            <a:ext cx="2146998" cy="5295901"/>
          </a:xfrm>
        </p:spPr>
        <p:txBody>
          <a:bodyPr xmlns:a="http://schemas.openxmlformats.org/drawingml/2006/main" vert="eaVert"/>
          <a:lstStyle xmlns:a="http://schemas.openxmlformats.org/drawingml/2006/main">
            <a:lvl1pPr marL="457200" indent="-4572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1pPr>
            <a:lvl2pPr marL="80010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2pPr>
            <a:lvl3pPr marL="1257300" indent="-34290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3pPr>
            <a:lvl4pPr marL="1657350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4pPr>
            <a:lvl5pPr marL="2114550" indent="-285750">
              <a:buFont typeface="Arial"/>
              <a:buChar char="•"/>
              <a:defRPr b="0" i="0">
                <a:latin typeface="Amazon Ember Display"/>
                <a:ea typeface="Amazon Ember Display"/>
                <a:cs typeface="Amazon Ember Display"/>
              </a:defRPr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D98874D-2362-4107-9CFB-6624C519CF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21DD148F-2774-EA45-8C22-2C39149188FB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C81FEF1-5834-4539-A37C-ED5E275C6D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AA1474-147C-4D4E-B55D-24F747B205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 b="0" i="0"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625061DB-7406-41C8-A121-52D8D4484FD1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3a640c01ea74d2d" /><Relationship Type="http://schemas.openxmlformats.org/officeDocument/2006/relationships/theme" Target="/ppt/slideMasters/theme/theme2.xml" Id="R622c85103c114553" /><Relationship Type="http://schemas.openxmlformats.org/officeDocument/2006/relationships/slideLayout" Target="/ppt/slideLayouts/slideLayout1.xml" Id="R6e0266097e56448e" /><Relationship Type="http://schemas.openxmlformats.org/officeDocument/2006/relationships/slideLayout" Target="/ppt/slideLayouts/slideLayout2.xml" Id="Ree28db3ee3fb43b6" /><Relationship Type="http://schemas.openxmlformats.org/officeDocument/2006/relationships/slideLayout" Target="/ppt/slideLayouts/slideLayout3.xml" Id="Rbe1b84086781487f" /><Relationship Type="http://schemas.openxmlformats.org/officeDocument/2006/relationships/slideLayout" Target="/ppt/slideLayouts/slideLayout4.xml" Id="R6935fbca801447b4" /><Relationship Type="http://schemas.openxmlformats.org/officeDocument/2006/relationships/slideLayout" Target="/ppt/slideLayouts/slideLayout5.xml" Id="Rccf706960db44730" /><Relationship Type="http://schemas.openxmlformats.org/officeDocument/2006/relationships/slideLayout" Target="/ppt/slideLayouts/slideLayout6.xml" Id="R7d6abd27064f4026" /><Relationship Type="http://schemas.openxmlformats.org/officeDocument/2006/relationships/slideLayout" Target="/ppt/slideLayouts/slideLayout7.xml" Id="Rba8ebee5596d4692" /><Relationship Type="http://schemas.openxmlformats.org/officeDocument/2006/relationships/slideLayout" Target="/ppt/slideLayouts/slideLayout8.xml" Id="R1623b1accb3549f5" /><Relationship Type="http://schemas.openxmlformats.org/officeDocument/2006/relationships/slideLayout" Target="/ppt/slideLayouts/slideLayout9.xml" Id="R7cdd3aa17be149f5" /><Relationship Type="http://schemas.openxmlformats.org/officeDocument/2006/relationships/slideLayout" Target="/ppt/slideLayouts/slideLayout10.xml" Id="Rb40106cccb064054" /><Relationship Type="http://schemas.openxmlformats.org/officeDocument/2006/relationships/slideLayout" Target="/ppt/slideLayouts/slideLayout11.xml" Id="R7b9f4431b2dc4922" /><Relationship Type="http://schemas.openxmlformats.org/officeDocument/2006/relationships/slideLayout" Target="/ppt/slideLayouts/slideLayout12.xml" Id="R5ae3958c99c94c1c" /><Relationship Type="http://schemas.openxmlformats.org/officeDocument/2006/relationships/slideLayout" Target="/ppt/slideLayouts/slideLayout13.xml" Id="R58b582f4f5fe4177" /><Relationship Type="http://schemas.openxmlformats.org/officeDocument/2006/relationships/slideLayout" Target="/ppt/slideLayouts/slideLayout14.xml" Id="R6ed614349989454b" /><Relationship Type="http://schemas.openxmlformats.org/officeDocument/2006/relationships/slideLayout" Target="/ppt/slideLayouts/slideLayout15.xml" Id="R49f8cba9ec644292" /><Relationship Type="http://schemas.openxmlformats.org/officeDocument/2006/relationships/slideLayout" Target="/ppt/slideLayouts/slideLayout16.xml" Id="Rce06454beba344ce" /><Relationship Type="http://schemas.openxmlformats.org/officeDocument/2006/relationships/slideLayout" Target="/ppt/slideLayouts/slideLayout17.xml" Id="R5e5b73975675479c" /><Relationship Type="http://schemas.openxmlformats.org/officeDocument/2006/relationships/slideLayout" Target="/ppt/slideLayouts/slideLayout18.xml" Id="Rb9c48411b39b4631" /><Relationship Type="http://schemas.openxmlformats.org/officeDocument/2006/relationships/slideLayout" Target="/ppt/slideLayouts/slideLayout19.xml" Id="R3366a895fcba4a33" /><Relationship Type="http://schemas.openxmlformats.org/officeDocument/2006/relationships/slideLayout" Target="/ppt/slideLayouts/slideLayout20.xml" Id="R752b62fbd5e14b63" /><Relationship Type="http://schemas.openxmlformats.org/officeDocument/2006/relationships/slideLayout" Target="/ppt/slideLayouts/slideLayout21.xml" Id="Rd21e420e73f7430c" /><Relationship Type="http://schemas.openxmlformats.org/officeDocument/2006/relationships/slideLayout" Target="/ppt/slideLayouts/slideLayout22.xml" Id="Rd5ae86fa90ca40a6" /><Relationship Type="http://schemas.openxmlformats.org/officeDocument/2006/relationships/slideLayout" Target="/ppt/slideLayouts/slideLayout23.xml" Id="Ra76cee97f4dc4e56" /><Relationship Type="http://schemas.openxmlformats.org/officeDocument/2006/relationships/slideLayout" Target="/ppt/slideLayouts/slideLayout24.xml" Id="Reb7b79e0f7804622" /><Relationship Type="http://schemas.openxmlformats.org/officeDocument/2006/relationships/slideLayout" Target="/ppt/slideLayouts/slideLayout25.xml" Id="Rbdf7b30e45744500" /><Relationship Type="http://schemas.openxmlformats.org/officeDocument/2006/relationships/slideLayout" Target="/ppt/slideLayouts/slideLayout26.xml" Id="R7a59b75fefde47b8" /><Relationship Type="http://schemas.openxmlformats.org/officeDocument/2006/relationships/slideLayout" Target="/ppt/slideLayouts/slideLayout27.xml" Id="R2fc7d3a72efd459a" /><Relationship Type="http://schemas.openxmlformats.org/officeDocument/2006/relationships/slideLayout" Target="/ppt/slideLayouts/slideLayout28.xml" Id="Rc446b8e4e5dd451d" /><Relationship Type="http://schemas.openxmlformats.org/officeDocument/2006/relationships/slideLayout" Target="/ppt/slideLayouts/slideLayout29.xml" Id="Rfbeaa67a259042b7" /><Relationship Type="http://schemas.openxmlformats.org/officeDocument/2006/relationships/slideLayout" Target="/ppt/slideLayouts/slideLayout30.xml" Id="R9d4ac2b851ed459e" /><Relationship Type="http://schemas.openxmlformats.org/officeDocument/2006/relationships/slideLayout" Target="/ppt/slideLayouts/slideLayout31.xml" Id="R68b62d6ffa9748c1" /><Relationship Type="http://schemas.openxmlformats.org/officeDocument/2006/relationships/slideLayout" Target="/ppt/slideLayouts/slideLayout32.xml" Id="Rc304a24401314a35" /><Relationship Type="http://schemas.openxmlformats.org/officeDocument/2006/relationships/slideLayout" Target="/ppt/slideLayouts/slideLayout33.xml" Id="Rf8231ac0830d4487" /><Relationship Type="http://schemas.openxmlformats.org/officeDocument/2006/relationships/slideLayout" Target="/ppt/slideLayouts/slideLayout34.xml" Id="Ra33434584b7d439f" /><Relationship Type="http://schemas.openxmlformats.org/officeDocument/2006/relationships/slideLayout" Target="/ppt/slideLayouts/slideLayout35.xml" Id="R96dddfe9d82d4a96" /><Relationship Type="http://schemas.openxmlformats.org/officeDocument/2006/relationships/slideLayout" Target="/ppt/slideLayouts/slideLayout36.xml" Id="Rde21c64742e44936" /><Relationship Type="http://schemas.openxmlformats.org/officeDocument/2006/relationships/slideLayout" Target="/ppt/slideLayouts/slideLayout37.xml" Id="R0fcf06e018de4bf8" /><Relationship Type="http://schemas.openxmlformats.org/officeDocument/2006/relationships/slideLayout" Target="/ppt/slideLayouts/slideLayout38.xml" Id="R7794f0d45f1143a0" /><Relationship Type="http://schemas.openxmlformats.org/officeDocument/2006/relationships/slideLayout" Target="/ppt/slideLayouts/slideLayout39.xml" Id="R223885ec8dda482e" /><Relationship Type="http://schemas.openxmlformats.org/officeDocument/2006/relationships/slideLayout" Target="/ppt/slideLayouts/slideLayout40.xml" Id="R323f733c2b7a4125" /><Relationship Type="http://schemas.openxmlformats.org/officeDocument/2006/relationships/slideLayout" Target="/ppt/slideLayouts/slideLayout41.xml" Id="R4b93eefbcaae44c2" /><Relationship Type="http://schemas.openxmlformats.org/officeDocument/2006/relationships/slideLayout" Target="/ppt/slideLayouts/slideLayout42.xml" Id="Ra5ad83d131d04f18" /><Relationship Type="http://schemas.openxmlformats.org/officeDocument/2006/relationships/slideLayout" Target="/ppt/slideLayouts/slideLayout43.xml" Id="Re0597c5df6aa4ae1" /><Relationship Type="http://schemas.openxmlformats.org/officeDocument/2006/relationships/slideLayout" Target="/ppt/slideLayouts/slideLayout44.xml" Id="R43981874b227475d" /><Relationship Type="http://schemas.openxmlformats.org/officeDocument/2006/relationships/slideLayout" Target="/ppt/slideLayouts/slideLayout45.xml" Id="R18242695317942d2" /><Relationship Type="http://schemas.openxmlformats.org/officeDocument/2006/relationships/slideLayout" Target="/ppt/slideLayouts/slideLayout46.xml" Id="R541599fd5df04d39" /><Relationship Type="http://schemas.openxmlformats.org/officeDocument/2006/relationships/slideLayout" Target="/ppt/slideLayouts/slideLayout47.xml" Id="Ra285e4db5d6640f6" /><Relationship Type="http://schemas.openxmlformats.org/officeDocument/2006/relationships/slideLayout" Target="/ppt/slideLayouts/slideLayout48.xml" Id="R6c972268f7e24591" /><Relationship Type="http://schemas.openxmlformats.org/officeDocument/2006/relationships/slideLayout" Target="/ppt/slideLayouts/slideLayout49.xml" Id="R9f1fd7e82d604717" /><Relationship Type="http://schemas.openxmlformats.org/officeDocument/2006/relationships/slideLayout" Target="/ppt/slideLayouts/slideLayout50.xml" Id="R3fa57f4991584772" /><Relationship Type="http://schemas.openxmlformats.org/officeDocument/2006/relationships/slideLayout" Target="/ppt/slideLayouts/slideLayout51.xml" Id="R8d958627c011469f" /><Relationship Type="http://schemas.openxmlformats.org/officeDocument/2006/relationships/slideLayout" Target="/ppt/slideLayouts/slideLayout52.xml" Id="Rc3187c0d8c5b4bd0" /><Relationship Type="http://schemas.openxmlformats.org/officeDocument/2006/relationships/slideLayout" Target="/ppt/slideLayouts/slideLayout53.xml" Id="Ra77d9a8e2ded4036" /><Relationship Type="http://schemas.openxmlformats.org/officeDocument/2006/relationships/slideLayout" Target="/ppt/slideLayouts/slideLayout54.xml" Id="Rf354bd4a576d46c7" /><Relationship Type="http://schemas.openxmlformats.org/officeDocument/2006/relationships/slideLayout" Target="/ppt/slideLayouts/slideLayout55.xml" Id="R340192a3478f40a0" /><Relationship Type="http://schemas.openxmlformats.org/officeDocument/2006/relationships/slideLayout" Target="/ppt/slideLayouts/slideLayout56.xml" Id="Re6ed7e7a673b4057" /><Relationship Type="http://schemas.openxmlformats.org/officeDocument/2006/relationships/slideLayout" Target="/ppt/slideLayouts/slideLayout57.xml" Id="R6ac2a951b8a54fc1" /><Relationship Type="http://schemas.openxmlformats.org/officeDocument/2006/relationships/slideLayout" Target="/ppt/slideLayouts/slideLayout58.xml" Id="Rea4f84952ea84564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2.png" Id="R60bcb7451d4840db" /><Relationship Type="http://schemas.openxmlformats.org/officeDocument/2006/relationships/theme" Target="/ppt/slideMasters/theme/theme3.xml" Id="Ra9d5db9631594fac" /><Relationship Type="http://schemas.openxmlformats.org/officeDocument/2006/relationships/slideLayout" Target="/ppt/slideLayouts/slideLayout59.xml" Id="Ref64e31828a4474d" /><Relationship Type="http://schemas.openxmlformats.org/officeDocument/2006/relationships/slideLayout" Target="/ppt/slideLayouts/slideLayout60.xml" Id="R30d17acaf760430a" /><Relationship Type="http://schemas.openxmlformats.org/officeDocument/2006/relationships/slideLayout" Target="/ppt/slideLayouts/slideLayout61.xml" Id="Rf5da9e8fd3744d6c" /><Relationship Type="http://schemas.openxmlformats.org/officeDocument/2006/relationships/slideLayout" Target="/ppt/slideLayouts/slideLayout62.xml" Id="Rb4832acd92634f5e" /><Relationship Type="http://schemas.openxmlformats.org/officeDocument/2006/relationships/slideLayout" Target="/ppt/slideLayouts/slideLayout63.xml" Id="R448cb29222ba4283" /><Relationship Type="http://schemas.openxmlformats.org/officeDocument/2006/relationships/slideLayout" Target="/ppt/slideLayouts/slideLayout64.xml" Id="R4b707a17a96d46ed" /><Relationship Type="http://schemas.openxmlformats.org/officeDocument/2006/relationships/slideLayout" Target="/ppt/slideLayouts/slideLayout65.xml" Id="R717576f4401a48a0" /><Relationship Type="http://schemas.openxmlformats.org/officeDocument/2006/relationships/slideLayout" Target="/ppt/slideLayouts/slideLayout66.xml" Id="R216678d68d2a4e41" /><Relationship Type="http://schemas.openxmlformats.org/officeDocument/2006/relationships/slideLayout" Target="/ppt/slideLayouts/slideLayout67.xml" Id="Rece6e6aa42e14828" /><Relationship Type="http://schemas.openxmlformats.org/officeDocument/2006/relationships/slideLayout" Target="/ppt/slideLayouts/slideLayout68.xml" Id="Re7d71f3671c041cc" /><Relationship Type="http://schemas.openxmlformats.org/officeDocument/2006/relationships/slideLayout" Target="/ppt/slideLayouts/slideLayout69.xml" Id="Rc91164ad7cc14b7c" /><Relationship Type="http://schemas.openxmlformats.org/officeDocument/2006/relationships/slideLayout" Target="/ppt/slideLayouts/slideLayout70.xml" Id="R7417be3bcceb43b8" /><Relationship Type="http://schemas.openxmlformats.org/officeDocument/2006/relationships/slideLayout" Target="/ppt/slideLayouts/slideLayout71.xml" Id="R89813adffc2e415b" /><Relationship Type="http://schemas.openxmlformats.org/officeDocument/2006/relationships/slideLayout" Target="/ppt/slideLayouts/slideLayout72.xml" Id="Rcee59bc8b6f04744" /><Relationship Type="http://schemas.openxmlformats.org/officeDocument/2006/relationships/slideLayout" Target="/ppt/slideLayouts/slideLayout73.xml" Id="R76f81c774c134a2f" /><Relationship Type="http://schemas.openxmlformats.org/officeDocument/2006/relationships/slideLayout" Target="/ppt/slideLayouts/slideLayout74.xml" Id="R284bdc6a89e349f2" /><Relationship Type="http://schemas.openxmlformats.org/officeDocument/2006/relationships/slideLayout" Target="/ppt/slideLayouts/slideLayout75.xml" Id="R76b5086cef454aa5" /><Relationship Type="http://schemas.openxmlformats.org/officeDocument/2006/relationships/slideLayout" Target="/ppt/slideLayouts/slideLayout76.xml" Id="Rdeb8363f37f04e08" /><Relationship Type="http://schemas.openxmlformats.org/officeDocument/2006/relationships/slideLayout" Target="/ppt/slideLayouts/slideLayout77.xml" Id="R2ed8c10009bd4a98" /><Relationship Type="http://schemas.openxmlformats.org/officeDocument/2006/relationships/slideLayout" Target="/ppt/slideLayouts/slideLayout78.xml" Id="R461e158da1c1499a" /><Relationship Type="http://schemas.openxmlformats.org/officeDocument/2006/relationships/slideLayout" Target="/ppt/slideLayouts/slideLayout79.xml" Id="Rf1486cc57a7d4b35" /><Relationship Type="http://schemas.openxmlformats.org/officeDocument/2006/relationships/slideLayout" Target="/ppt/slideLayouts/slideLayout80.xml" Id="R136e2b81502b45f7" /><Relationship Type="http://schemas.openxmlformats.org/officeDocument/2006/relationships/slideLayout" Target="/ppt/slideLayouts/slideLayout81.xml" Id="R195ef29794354616" /><Relationship Type="http://schemas.openxmlformats.org/officeDocument/2006/relationships/slideLayout" Target="/ppt/slideLayouts/slideLayout82.xml" Id="R89d7e9516d264cb7" /><Relationship Type="http://schemas.openxmlformats.org/officeDocument/2006/relationships/slideLayout" Target="/ppt/slideLayouts/slideLayout83.xml" Id="Rdb72e0f78af54565" /><Relationship Type="http://schemas.openxmlformats.org/officeDocument/2006/relationships/slideLayout" Target="/ppt/slideLayouts/slideLayout84.xml" Id="R12080e91eb9e48f1" /><Relationship Type="http://schemas.openxmlformats.org/officeDocument/2006/relationships/slideLayout" Target="/ppt/slideLayouts/slideLayout85.xml" Id="R021ecfeb0fd340ab" /><Relationship Type="http://schemas.openxmlformats.org/officeDocument/2006/relationships/slideLayout" Target="/ppt/slideLayouts/slideLayout86.xml" Id="Rfd74e301f9ed476d" /><Relationship Type="http://schemas.openxmlformats.org/officeDocument/2006/relationships/slideLayout" Target="/ppt/slideLayouts/slideLayout87.xml" Id="R881a2da208a247c2" /><Relationship Type="http://schemas.openxmlformats.org/officeDocument/2006/relationships/slideLayout" Target="/ppt/slideLayouts/slideLayout88.xml" Id="R557c2f30b80b4f6c" /><Relationship Type="http://schemas.openxmlformats.org/officeDocument/2006/relationships/slideLayout" Target="/ppt/slideLayouts/slideLayout89.xml" Id="R9dce2e3012d0496c" /><Relationship Type="http://schemas.openxmlformats.org/officeDocument/2006/relationships/slideLayout" Target="/ppt/slideLayouts/slideLayout90.xml" Id="Raa725f2a13a64ddf" /><Relationship Type="http://schemas.openxmlformats.org/officeDocument/2006/relationships/slideLayout" Target="/ppt/slideLayouts/slideLayout91.xml" Id="R2bf4c61e0d0348f8" /><Relationship Type="http://schemas.openxmlformats.org/officeDocument/2006/relationships/slideLayout" Target="/ppt/slideLayouts/slideLayout92.xml" Id="Rc31a2d0dd3b447a2" /><Relationship Type="http://schemas.openxmlformats.org/officeDocument/2006/relationships/slideLayout" Target="/ppt/slideLayouts/slideLayout93.xml" Id="R6d3be13163e04174" /><Relationship Type="http://schemas.openxmlformats.org/officeDocument/2006/relationships/slideLayout" Target="/ppt/slideLayouts/slideLayout94.xml" Id="Rf553d4c6a5e24fdf" /><Relationship Type="http://schemas.openxmlformats.org/officeDocument/2006/relationships/slideLayout" Target="/ppt/slideLayouts/slideLayout95.xml" Id="R841a43978afa4677" /><Relationship Type="http://schemas.openxmlformats.org/officeDocument/2006/relationships/slideLayout" Target="/ppt/slideLayouts/slideLayout96.xml" Id="Ra633977256d147ed" /><Relationship Type="http://schemas.openxmlformats.org/officeDocument/2006/relationships/slideLayout" Target="/ppt/slideLayouts/slideLayout97.xml" Id="Rb6bd2a8a928440be" /><Relationship Type="http://schemas.openxmlformats.org/officeDocument/2006/relationships/slideLayout" Target="/ppt/slideLayouts/slideLayout98.xml" Id="R8f312de644664fc4" /><Relationship Type="http://schemas.openxmlformats.org/officeDocument/2006/relationships/slideLayout" Target="/ppt/slideLayouts/slideLayout99.xml" Id="R23bd1dc01fdd4e7b" /><Relationship Type="http://schemas.openxmlformats.org/officeDocument/2006/relationships/slideLayout" Target="/ppt/slideLayouts/slideLayout100.xml" Id="R5cc9ccf93b2e46c9" /><Relationship Type="http://schemas.openxmlformats.org/officeDocument/2006/relationships/slideLayout" Target="/ppt/slideLayouts/slideLayout101.xml" Id="Ra17994f134d54578" /><Relationship Type="http://schemas.openxmlformats.org/officeDocument/2006/relationships/slideLayout" Target="/ppt/slideLayouts/slideLayout102.xml" Id="R6649c58b38d0419a" /><Relationship Type="http://schemas.openxmlformats.org/officeDocument/2006/relationships/slideLayout" Target="/ppt/slideLayouts/slideLayout103.xml" Id="R035ef02fbace43c5" /><Relationship Type="http://schemas.openxmlformats.org/officeDocument/2006/relationships/slideLayout" Target="/ppt/slideLayouts/slideLayout104.xml" Id="R63583ad239454dd3" /><Relationship Type="http://schemas.openxmlformats.org/officeDocument/2006/relationships/slideLayout" Target="/ppt/slideLayouts/slideLayout105.xml" Id="R1730a3dd943f4bc5" /><Relationship Type="http://schemas.openxmlformats.org/officeDocument/2006/relationships/slideLayout" Target="/ppt/slideLayouts/slideLayout106.xml" Id="R8522bd4c7afa4277" /><Relationship Type="http://schemas.openxmlformats.org/officeDocument/2006/relationships/slideLayout" Target="/ppt/slideLayouts/slideLayout107.xml" Id="R37adb1b9444e47dc" /><Relationship Type="http://schemas.openxmlformats.org/officeDocument/2006/relationships/slideLayout" Target="/ppt/slideLayouts/slideLayout108.xml" Id="R79bc573502da4abb" /><Relationship Type="http://schemas.openxmlformats.org/officeDocument/2006/relationships/slideLayout" Target="/ppt/slideLayouts/slideLayout109.xml" Id="R1566dbd83ecc4eba" /><Relationship Type="http://schemas.openxmlformats.org/officeDocument/2006/relationships/slideLayout" Target="/ppt/slideLayouts/slideLayout110.xml" Id="Re8303e434b27436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4928EF9-1BCD-42D2-8B21-6150BBD86FB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718983"/>
            <a:ext cx="10972800" cy="2203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5720" rIns="0" bIns="45720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F484D14-2EC8-4252-96DA-F75A75EAF3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9532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B1EF3D5-2436-9240-B6D0-2048A71FFF33}" type="datetime1">
              <a:t>5/6/26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25B18F2-2506-4A8B-983C-1A77A245E65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9532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925A29-F4EF-4A12-9095-1B88A1BDDE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29200" y="628950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23D8171-6606-4DC3-AA28-D2EE5F0EC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pic>
        <p:nvPicPr>
          <p:cNvPr id="27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a640c01ea74d2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9048"/>
          </a:xfrm>
          <a:prstGeom xmlns:a="http://schemas.openxmlformats.org/drawingml/2006/main" prst="rect">
            <a:avLst/>
          </a:prstGeom>
        </p:spPr>
      </p:pic>
      <p:sp>
        <p:nvSpPr>
          <p:cNvPr id="20" name="Title Placeholder 19">
            <a:extLst xmlns:a="http://schemas.openxmlformats.org/drawingml/2006/main">
              <a:ext uri="{FF2B5EF4-FFF2-40B4-BE49-F238E27FC236}">
                <a16:creationId xmlns:a16="http://schemas.microsoft.com/office/drawing/2014/main" id="{4797D856-648E-41D7-7250-C248B908D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04800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0266097e56448e"/>
    <p:sldLayoutId xmlns:r="http://schemas.openxmlformats.org/officeDocument/2006/relationships" id="2147483650" r:id="Ree28db3ee3fb43b6"/>
    <p:sldLayoutId xmlns:r="http://schemas.openxmlformats.org/officeDocument/2006/relationships" id="2147483651" r:id="Rbe1b84086781487f"/>
    <p:sldLayoutId xmlns:r="http://schemas.openxmlformats.org/officeDocument/2006/relationships" id="2147483652" r:id="R6935fbca801447b4"/>
    <p:sldLayoutId xmlns:r="http://schemas.openxmlformats.org/officeDocument/2006/relationships" id="2147483653" r:id="Rccf706960db44730"/>
    <p:sldLayoutId xmlns:r="http://schemas.openxmlformats.org/officeDocument/2006/relationships" id="2147483654" r:id="R7d6abd27064f4026"/>
    <p:sldLayoutId xmlns:r="http://schemas.openxmlformats.org/officeDocument/2006/relationships" id="2147483655" r:id="Rba8ebee5596d4692"/>
    <p:sldLayoutId xmlns:r="http://schemas.openxmlformats.org/officeDocument/2006/relationships" id="2147483656" r:id="R1623b1accb3549f5"/>
    <p:sldLayoutId xmlns:r="http://schemas.openxmlformats.org/officeDocument/2006/relationships" id="2147483657" r:id="R7cdd3aa17be149f5"/>
    <p:sldLayoutId xmlns:r="http://schemas.openxmlformats.org/officeDocument/2006/relationships" id="2147483658" r:id="Rb40106cccb064054"/>
    <p:sldLayoutId xmlns:r="http://schemas.openxmlformats.org/officeDocument/2006/relationships" id="2147483659" r:id="R7b9f4431b2dc4922"/>
    <p:sldLayoutId xmlns:r="http://schemas.openxmlformats.org/officeDocument/2006/relationships" id="2147483660" r:id="R5ae3958c99c94c1c"/>
    <p:sldLayoutId xmlns:r="http://schemas.openxmlformats.org/officeDocument/2006/relationships" id="2147483661" r:id="R58b582f4f5fe4177"/>
    <p:sldLayoutId xmlns:r="http://schemas.openxmlformats.org/officeDocument/2006/relationships" id="2147483662" r:id="R6ed614349989454b"/>
    <p:sldLayoutId xmlns:r="http://schemas.openxmlformats.org/officeDocument/2006/relationships" id="2147483663" r:id="R49f8cba9ec644292"/>
    <p:sldLayoutId xmlns:r="http://schemas.openxmlformats.org/officeDocument/2006/relationships" id="2147483664" r:id="Rce06454beba344ce"/>
    <p:sldLayoutId xmlns:r="http://schemas.openxmlformats.org/officeDocument/2006/relationships" id="2147483665" r:id="R5e5b73975675479c"/>
    <p:sldLayoutId xmlns:r="http://schemas.openxmlformats.org/officeDocument/2006/relationships" id="2147483666" r:id="Rb9c48411b39b4631"/>
    <p:sldLayoutId xmlns:r="http://schemas.openxmlformats.org/officeDocument/2006/relationships" id="2147483667" r:id="R3366a895fcba4a33"/>
    <p:sldLayoutId xmlns:r="http://schemas.openxmlformats.org/officeDocument/2006/relationships" id="2147483668" r:id="R752b62fbd5e14b63"/>
    <p:sldLayoutId xmlns:r="http://schemas.openxmlformats.org/officeDocument/2006/relationships" id="2147483669" r:id="Rd21e420e73f7430c"/>
    <p:sldLayoutId xmlns:r="http://schemas.openxmlformats.org/officeDocument/2006/relationships" id="2147483670" r:id="Rd5ae86fa90ca40a6"/>
    <p:sldLayoutId xmlns:r="http://schemas.openxmlformats.org/officeDocument/2006/relationships" id="2147483671" r:id="Ra76cee97f4dc4e56"/>
    <p:sldLayoutId xmlns:r="http://schemas.openxmlformats.org/officeDocument/2006/relationships" id="2147483672" r:id="Reb7b79e0f7804622"/>
    <p:sldLayoutId xmlns:r="http://schemas.openxmlformats.org/officeDocument/2006/relationships" id="2147483673" r:id="Rbdf7b30e45744500"/>
    <p:sldLayoutId xmlns:r="http://schemas.openxmlformats.org/officeDocument/2006/relationships" id="2147483674" r:id="R7a59b75fefde47b8"/>
    <p:sldLayoutId xmlns:r="http://schemas.openxmlformats.org/officeDocument/2006/relationships" id="2147483675" r:id="R2fc7d3a72efd459a"/>
    <p:sldLayoutId xmlns:r="http://schemas.openxmlformats.org/officeDocument/2006/relationships" id="2147483676" r:id="Rc446b8e4e5dd451d"/>
    <p:sldLayoutId xmlns:r="http://schemas.openxmlformats.org/officeDocument/2006/relationships" id="2147483677" r:id="Rfbeaa67a259042b7"/>
    <p:sldLayoutId xmlns:r="http://schemas.openxmlformats.org/officeDocument/2006/relationships" id="2147483678" r:id="R9d4ac2b851ed459e"/>
    <p:sldLayoutId xmlns:r="http://schemas.openxmlformats.org/officeDocument/2006/relationships" id="2147483679" r:id="R68b62d6ffa9748c1"/>
    <p:sldLayoutId xmlns:r="http://schemas.openxmlformats.org/officeDocument/2006/relationships" id="2147483680" r:id="Rc304a24401314a35"/>
    <p:sldLayoutId xmlns:r="http://schemas.openxmlformats.org/officeDocument/2006/relationships" id="2147483681" r:id="Rf8231ac0830d4487"/>
    <p:sldLayoutId xmlns:r="http://schemas.openxmlformats.org/officeDocument/2006/relationships" id="2147483682" r:id="Ra33434584b7d439f"/>
    <p:sldLayoutId xmlns:r="http://schemas.openxmlformats.org/officeDocument/2006/relationships" id="2147483683" r:id="R96dddfe9d82d4a96"/>
    <p:sldLayoutId xmlns:r="http://schemas.openxmlformats.org/officeDocument/2006/relationships" id="2147483684" r:id="Rde21c64742e44936"/>
    <p:sldLayoutId xmlns:r="http://schemas.openxmlformats.org/officeDocument/2006/relationships" id="2147483685" r:id="R0fcf06e018de4bf8"/>
    <p:sldLayoutId xmlns:r="http://schemas.openxmlformats.org/officeDocument/2006/relationships" id="2147483686" r:id="R7794f0d45f1143a0"/>
    <p:sldLayoutId xmlns:r="http://schemas.openxmlformats.org/officeDocument/2006/relationships" id="2147483687" r:id="R223885ec8dda482e"/>
    <p:sldLayoutId xmlns:r="http://schemas.openxmlformats.org/officeDocument/2006/relationships" id="2147483688" r:id="R323f733c2b7a4125"/>
    <p:sldLayoutId xmlns:r="http://schemas.openxmlformats.org/officeDocument/2006/relationships" id="2147483689" r:id="R4b93eefbcaae44c2"/>
    <p:sldLayoutId xmlns:r="http://schemas.openxmlformats.org/officeDocument/2006/relationships" id="2147483690" r:id="Ra5ad83d131d04f18"/>
    <p:sldLayoutId xmlns:r="http://schemas.openxmlformats.org/officeDocument/2006/relationships" id="2147483691" r:id="Re0597c5df6aa4ae1"/>
    <p:sldLayoutId xmlns:r="http://schemas.openxmlformats.org/officeDocument/2006/relationships" id="2147483692" r:id="R43981874b227475d"/>
    <p:sldLayoutId xmlns:r="http://schemas.openxmlformats.org/officeDocument/2006/relationships" id="2147483693" r:id="R18242695317942d2"/>
    <p:sldLayoutId xmlns:r="http://schemas.openxmlformats.org/officeDocument/2006/relationships" id="2147483694" r:id="R541599fd5df04d39"/>
    <p:sldLayoutId xmlns:r="http://schemas.openxmlformats.org/officeDocument/2006/relationships" id="2147483695" r:id="Ra285e4db5d6640f6"/>
    <p:sldLayoutId xmlns:r="http://schemas.openxmlformats.org/officeDocument/2006/relationships" id="2147483696" r:id="R6c972268f7e24591"/>
    <p:sldLayoutId xmlns:r="http://schemas.openxmlformats.org/officeDocument/2006/relationships" id="2147483697" r:id="R9f1fd7e82d604717"/>
    <p:sldLayoutId xmlns:r="http://schemas.openxmlformats.org/officeDocument/2006/relationships" id="2147483698" r:id="R3fa57f4991584772"/>
    <p:sldLayoutId xmlns:r="http://schemas.openxmlformats.org/officeDocument/2006/relationships" id="2147483699" r:id="R8d958627c011469f"/>
    <p:sldLayoutId xmlns:r="http://schemas.openxmlformats.org/officeDocument/2006/relationships" id="2147483700" r:id="Rc3187c0d8c5b4bd0"/>
    <p:sldLayoutId xmlns:r="http://schemas.openxmlformats.org/officeDocument/2006/relationships" id="2147483701" r:id="Ra77d9a8e2ded4036"/>
    <p:sldLayoutId xmlns:r="http://schemas.openxmlformats.org/officeDocument/2006/relationships" id="2147483702" r:id="Rf354bd4a576d46c7"/>
    <p:sldLayoutId xmlns:r="http://schemas.openxmlformats.org/officeDocument/2006/relationships" id="2147483703" r:id="R340192a3478f40a0"/>
    <p:sldLayoutId xmlns:r="http://schemas.openxmlformats.org/officeDocument/2006/relationships" id="2147483704" r:id="Re6ed7e7a673b4057"/>
    <p:sldLayoutId xmlns:r="http://schemas.openxmlformats.org/officeDocument/2006/relationships" id="2147483705" r:id="R6ac2a951b8a54fc1"/>
    <p:sldLayoutId xmlns:r="http://schemas.openxmlformats.org/officeDocument/2006/relationships" id="2147483706" r:id="Rea4f84952ea84564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3600" b="0" i="0" kern="1200" baseline="0">
          <a:solidFill>
            <a:schemeClr val="tx2"/>
          </a:solidFill>
          <a:latin typeface="Amazon Ember Display"/>
          <a:ea typeface="Amazon Ember Display"/>
          <a:cs typeface="Amazon Ember Display"/>
        </a:defRPr>
      </a:lvl1pPr>
    </p:titleStyle>
    <p:bodyStyle>
      <a:lvl1pPr xmlns:a="http://schemas.openxmlformats.org/drawingml/2006/main" marL="457200" indent="-457200" algn="l" defTabSz="914400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/>
        <a:buChar char="•"/>
        <a:defRPr sz="2800" b="0" i="0" kern="1200" baseline="0">
          <a:solidFill>
            <a:schemeClr val="tx2"/>
          </a:solidFill>
          <a:latin typeface="Amazon Ember Display"/>
          <a:ea typeface="Amazon Ember Display"/>
          <a:cs typeface="Amazon Ember Display"/>
        </a:defRPr>
      </a:lvl1pPr>
      <a:lvl2pPr xmlns:a="http://schemas.openxmlformats.org/drawingml/2006/main" marL="628650" indent="-342900" algn="l" defTabSz="914400">
        <a:lnSpc>
          <a:spcPct val="90000"/>
        </a:lnSpc>
        <a:spcBef>
          <a:spcPts val="0"/>
        </a:spcBef>
        <a:spcAft>
          <a:spcPts val="1200"/>
        </a:spcAft>
        <a:buSzPct val="90000"/>
        <a:buFont typeface="Arial"/>
        <a:buChar char="•"/>
        <a:defRPr sz="2400" b="0" i="0" kern="1200" baseline="0">
          <a:solidFill>
            <a:schemeClr val="tx2"/>
          </a:solidFill>
          <a:latin typeface="Amazon Ember Display"/>
          <a:ea typeface="Amazon Ember Display"/>
          <a:cs typeface="Amazon Ember Display"/>
        </a:defRPr>
      </a:lvl2pPr>
      <a:lvl3pPr xmlns:a="http://schemas.openxmlformats.org/drawingml/2006/main" marL="971550" indent="-342900" algn="l" defTabSz="914400">
        <a:lnSpc>
          <a:spcPct val="90000"/>
        </a:lnSpc>
        <a:spcBef>
          <a:spcPts val="0"/>
        </a:spcBef>
        <a:spcAft>
          <a:spcPts val="1200"/>
        </a:spcAft>
        <a:buFont typeface="Arial"/>
        <a:buChar char="•"/>
        <a:defRPr sz="2000" b="0" i="0" kern="1200" baseline="0">
          <a:solidFill>
            <a:schemeClr val="tx2"/>
          </a:solidFill>
          <a:latin typeface="Amazon Ember Display"/>
          <a:ea typeface="Amazon Ember Display"/>
          <a:cs typeface="Amazon Ember Display"/>
        </a:defRPr>
      </a:lvl3pPr>
      <a:lvl4pPr xmlns:a="http://schemas.openxmlformats.org/drawingml/2006/main" marL="1144588" indent="-285750" algn="l" defTabSz="914400">
        <a:lnSpc>
          <a:spcPct val="90000"/>
        </a:lnSpc>
        <a:spcBef>
          <a:spcPts val="0"/>
        </a:spcBef>
        <a:spcAft>
          <a:spcPts val="1200"/>
        </a:spcAft>
        <a:buFont typeface="Arial"/>
        <a:buChar char="•"/>
        <a:defRPr sz="1800" b="0" i="0" kern="1200" baseline="0">
          <a:solidFill>
            <a:schemeClr val="tx2"/>
          </a:solidFill>
          <a:latin typeface="Amazon Ember Display"/>
          <a:ea typeface="Amazon Ember Display"/>
          <a:cs typeface="Amazon Ember Display"/>
        </a:defRPr>
      </a:lvl4pPr>
      <a:lvl5pPr xmlns:a="http://schemas.openxmlformats.org/drawingml/2006/main" marL="1316038" indent="-285750" algn="l" defTabSz="914400">
        <a:lnSpc>
          <a:spcPct val="90000"/>
        </a:lnSpc>
        <a:spcBef>
          <a:spcPts val="0"/>
        </a:spcBef>
        <a:spcAft>
          <a:spcPts val="1200"/>
        </a:spcAft>
        <a:buFont typeface="Arial"/>
        <a:buChar char="•"/>
        <a:defRPr sz="1800" b="0" i="0" kern="1200" baseline="0">
          <a:solidFill>
            <a:schemeClr val="tx2"/>
          </a:solidFill>
          <a:latin typeface="Amazon Ember Display"/>
          <a:ea typeface="Amazon Ember Display"/>
          <a:cs typeface="Amazon Ember Display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384" userDrawn="1">
          <p15:clr>
            <a:srgbClr xmlns:a="http://schemas.openxmlformats.org/drawingml/2006/main" val="F26B43"/>
          </p15:clr>
        </p15:guide>
        <p15:guide id="2" pos="7296" userDrawn="1">
          <p15:clr>
            <a:srgbClr xmlns:a="http://schemas.openxmlformats.org/drawingml/2006/main" val="F26B43"/>
          </p15:clr>
        </p15:guide>
        <p15:guide id="3" orient="horz" pos="192" userDrawn="1">
          <p15:clr>
            <a:srgbClr xmlns:a="http://schemas.openxmlformats.org/drawingml/2006/main" val="F26B43"/>
          </p15:clr>
        </p15:guide>
        <p15:guide id="4" orient="horz" pos="3912" userDrawn="1">
          <p15:clr>
            <a:srgbClr xmlns:a="http://schemas.openxmlformats.org/drawingml/2006/main" val="F26B43"/>
          </p15:clr>
        </p15:guide>
        <p15:guide id="5" orient="horz" pos="1080" userDrawn="1">
          <p15:clr>
            <a:srgbClr xmlns:a="http://schemas.openxmlformats.org/drawingml/2006/main" val="F26B43"/>
          </p15:clr>
        </p15:guide>
        <p15:guide id="6" orient="horz" pos="576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Picture 1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cb7451d4840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5295" y="6338002"/>
            <a:ext cx="365760" cy="218830"/>
          </a:xfrm>
          <a:prstGeom xmlns:a="http://schemas.openxmlformats.org/drawingml/2006/main" prst="rect">
            <a:avLst/>
          </a:prstGeom>
        </p:spPr>
      </p:pic>
      <p:sp>
        <p:nvSpPr>
          <p:cNvPr id="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6ADCB0-6DD7-43B0-7350-0FCDAB6812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718983"/>
            <a:ext cx="10972800" cy="184460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45720" rIns="0" bIns="45720">
            <a:sp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8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6D05899-77E5-196B-EA14-086F9A5A5E5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9532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3B1EF3D5-2436-9240-B6D0-2048A71FFF33}" type="datetime1">
              <a:t>5/6/26</a:t>
            </a:fld>
            <a:endParaRPr/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22683EA-DD71-1EA1-728E-AE69D57D6485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9532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 b="0" i="0">
                <a:solidFill>
                  <a:schemeClr val="tx1">
                    <a:tint val="75000"/>
                  </a:schemeClr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EBCBEF-599C-1ADB-12ED-CECFECA745C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929200" y="628950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defRPr>
            </a:lvl1pPr>
          </a:lstStyle>
          <a:p xmlns:a="http://schemas.openxmlformats.org/drawingml/2006/main">
            <a:fld id="{EB4B8DE2-A4E8-46E4-8BBF-D75455EFF32C}" type="slidenum">
              <a:t>‹#›</a:t>
            </a:fld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433C312-F607-20F9-BC64-57A8B6A59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84" y="6389813"/>
            <a:ext cx="3937296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600" b="0" i="0">
                <a:solidFill>
                  <a:schemeClr val="tx2"/>
                </a:solidFill>
                <a:latin typeface="Amazon Ember Display"/>
                <a:ea typeface="Amazon Ember Display"/>
                <a:cs typeface="Amazon Ember Display"/>
              </a:rPr>
              <a:t>© 2026, Amazon Web Services, Inc. or its affiliates. All rights reserved. Amazon Confidential and Trademark.</a:t>
            </a:r>
          </a:p>
        </p:txBody>
      </p:sp>
      <p:sp>
        <p:nvSpPr>
          <p:cNvPr id="13" name="Title Placeholder 19">
            <a:extLst xmlns:a="http://schemas.openxmlformats.org/drawingml/2006/main">
              <a:ext uri="{FF2B5EF4-FFF2-40B4-BE49-F238E27FC236}">
                <a16:creationId xmlns:a16="http://schemas.microsoft.com/office/drawing/2014/main" id="{6BA9B5C3-6371-84F6-B7DD-E715A77476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04800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F537074-EC04-07B4-5B9A-060DF4ED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9200" y="6289499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marL="0" algn="r" defTabSz="914400">
              <a:buNone/>
              <a:defRPr sz="900" kern="12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fld id="{EB4B8DE2-A4E8-46E4-8BBF-D75455EFF32C}" type="slidenum">
              <a:rPr b="0" i="0">
                <a:latin typeface="Amazon Ember Display"/>
                <a:ea typeface="Amazon Ember Display"/>
                <a:cs typeface="Amazon Ember Display"/>
              </a:rPr>
              <a:t>‹#›</a:t>
            </a:fld>
            <a:endParaRPr b="0" i="0">
              <a:latin typeface="Amazon Ember Display"/>
              <a:ea typeface="Amazon Ember Display"/>
              <a:cs typeface="Amazon Ember Display"/>
            </a:endParaRP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708" r:id="Ref64e31828a4474d"/>
    <p:sldLayoutId xmlns:r="http://schemas.openxmlformats.org/officeDocument/2006/relationships" id="2147483709" r:id="R30d17acaf760430a"/>
    <p:sldLayoutId xmlns:r="http://schemas.openxmlformats.org/officeDocument/2006/relationships" id="2147483710" r:id="Rf5da9e8fd3744d6c"/>
    <p:sldLayoutId xmlns:r="http://schemas.openxmlformats.org/officeDocument/2006/relationships" id="2147483711" r:id="Rb4832acd92634f5e"/>
    <p:sldLayoutId xmlns:r="http://schemas.openxmlformats.org/officeDocument/2006/relationships" id="2147483712" r:id="R448cb29222ba4283"/>
    <p:sldLayoutId xmlns:r="http://schemas.openxmlformats.org/officeDocument/2006/relationships" id="2147483713" r:id="R4b707a17a96d46ed"/>
    <p:sldLayoutId xmlns:r="http://schemas.openxmlformats.org/officeDocument/2006/relationships" id="2147483714" r:id="R717576f4401a48a0"/>
    <p:sldLayoutId xmlns:r="http://schemas.openxmlformats.org/officeDocument/2006/relationships" id="2147483715" r:id="R216678d68d2a4e41"/>
    <p:sldLayoutId xmlns:r="http://schemas.openxmlformats.org/officeDocument/2006/relationships" id="2147483716" r:id="Rece6e6aa42e14828"/>
    <p:sldLayoutId xmlns:r="http://schemas.openxmlformats.org/officeDocument/2006/relationships" id="2147483717" r:id="Re7d71f3671c041cc"/>
    <p:sldLayoutId xmlns:r="http://schemas.openxmlformats.org/officeDocument/2006/relationships" id="2147483718" r:id="Rc91164ad7cc14b7c"/>
    <p:sldLayoutId xmlns:r="http://schemas.openxmlformats.org/officeDocument/2006/relationships" id="2147483719" r:id="R7417be3bcceb43b8"/>
    <p:sldLayoutId xmlns:r="http://schemas.openxmlformats.org/officeDocument/2006/relationships" id="2147483720" r:id="R89813adffc2e415b"/>
    <p:sldLayoutId xmlns:r="http://schemas.openxmlformats.org/officeDocument/2006/relationships" id="2147483721" r:id="Rcee59bc8b6f04744"/>
    <p:sldLayoutId xmlns:r="http://schemas.openxmlformats.org/officeDocument/2006/relationships" id="2147483722" r:id="R76f81c774c134a2f"/>
    <p:sldLayoutId xmlns:r="http://schemas.openxmlformats.org/officeDocument/2006/relationships" id="2147483723" r:id="R284bdc6a89e349f2"/>
    <p:sldLayoutId xmlns:r="http://schemas.openxmlformats.org/officeDocument/2006/relationships" id="2147483724" r:id="R76b5086cef454aa5"/>
    <p:sldLayoutId xmlns:r="http://schemas.openxmlformats.org/officeDocument/2006/relationships" id="2147483725" r:id="Rdeb8363f37f04e08"/>
    <p:sldLayoutId xmlns:r="http://schemas.openxmlformats.org/officeDocument/2006/relationships" id="2147483726" r:id="R2ed8c10009bd4a98"/>
    <p:sldLayoutId xmlns:r="http://schemas.openxmlformats.org/officeDocument/2006/relationships" id="2147483727" r:id="R461e158da1c1499a"/>
    <p:sldLayoutId xmlns:r="http://schemas.openxmlformats.org/officeDocument/2006/relationships" id="2147483728" r:id="Rf1486cc57a7d4b35"/>
    <p:sldLayoutId xmlns:r="http://schemas.openxmlformats.org/officeDocument/2006/relationships" id="2147483729" r:id="R136e2b81502b45f7"/>
    <p:sldLayoutId xmlns:r="http://schemas.openxmlformats.org/officeDocument/2006/relationships" id="2147483730" r:id="R195ef29794354616"/>
    <p:sldLayoutId xmlns:r="http://schemas.openxmlformats.org/officeDocument/2006/relationships" id="2147483731" r:id="R89d7e9516d264cb7"/>
    <p:sldLayoutId xmlns:r="http://schemas.openxmlformats.org/officeDocument/2006/relationships" id="2147483732" r:id="Rdb72e0f78af54565"/>
    <p:sldLayoutId xmlns:r="http://schemas.openxmlformats.org/officeDocument/2006/relationships" id="2147483733" r:id="R12080e91eb9e48f1"/>
    <p:sldLayoutId xmlns:r="http://schemas.openxmlformats.org/officeDocument/2006/relationships" id="2147483734" r:id="R021ecfeb0fd340ab"/>
    <p:sldLayoutId xmlns:r="http://schemas.openxmlformats.org/officeDocument/2006/relationships" id="2147483735" r:id="Rfd74e301f9ed476d"/>
    <p:sldLayoutId xmlns:r="http://schemas.openxmlformats.org/officeDocument/2006/relationships" id="2147483736" r:id="R881a2da208a247c2"/>
    <p:sldLayoutId xmlns:r="http://schemas.openxmlformats.org/officeDocument/2006/relationships" id="2147483737" r:id="R557c2f30b80b4f6c"/>
    <p:sldLayoutId xmlns:r="http://schemas.openxmlformats.org/officeDocument/2006/relationships" id="2147483738" r:id="R9dce2e3012d0496c"/>
    <p:sldLayoutId xmlns:r="http://schemas.openxmlformats.org/officeDocument/2006/relationships" id="2147483739" r:id="Raa725f2a13a64ddf"/>
    <p:sldLayoutId xmlns:r="http://schemas.openxmlformats.org/officeDocument/2006/relationships" id="2147483740" r:id="R2bf4c61e0d0348f8"/>
    <p:sldLayoutId xmlns:r="http://schemas.openxmlformats.org/officeDocument/2006/relationships" id="2147483741" r:id="Rc31a2d0dd3b447a2"/>
    <p:sldLayoutId xmlns:r="http://schemas.openxmlformats.org/officeDocument/2006/relationships" id="2147483742" r:id="R6d3be13163e04174"/>
    <p:sldLayoutId xmlns:r="http://schemas.openxmlformats.org/officeDocument/2006/relationships" id="2147483743" r:id="Rf553d4c6a5e24fdf"/>
    <p:sldLayoutId xmlns:r="http://schemas.openxmlformats.org/officeDocument/2006/relationships" id="2147483744" r:id="R841a43978afa4677"/>
    <p:sldLayoutId xmlns:r="http://schemas.openxmlformats.org/officeDocument/2006/relationships" id="2147483745" r:id="Ra633977256d147ed"/>
    <p:sldLayoutId xmlns:r="http://schemas.openxmlformats.org/officeDocument/2006/relationships" id="2147483746" r:id="Rb6bd2a8a928440be"/>
    <p:sldLayoutId xmlns:r="http://schemas.openxmlformats.org/officeDocument/2006/relationships" id="2147483747" r:id="R8f312de644664fc4"/>
    <p:sldLayoutId xmlns:r="http://schemas.openxmlformats.org/officeDocument/2006/relationships" id="2147483748" r:id="R23bd1dc01fdd4e7b"/>
    <p:sldLayoutId xmlns:r="http://schemas.openxmlformats.org/officeDocument/2006/relationships" id="2147483749" r:id="R5cc9ccf93b2e46c9"/>
    <p:sldLayoutId xmlns:r="http://schemas.openxmlformats.org/officeDocument/2006/relationships" id="2147483750" r:id="Ra17994f134d54578"/>
    <p:sldLayoutId xmlns:r="http://schemas.openxmlformats.org/officeDocument/2006/relationships" id="2147483751" r:id="R6649c58b38d0419a"/>
    <p:sldLayoutId xmlns:r="http://schemas.openxmlformats.org/officeDocument/2006/relationships" id="2147483752" r:id="R035ef02fbace43c5"/>
    <p:sldLayoutId xmlns:r="http://schemas.openxmlformats.org/officeDocument/2006/relationships" id="2147483753" r:id="R63583ad239454dd3"/>
    <p:sldLayoutId xmlns:r="http://schemas.openxmlformats.org/officeDocument/2006/relationships" id="2147483754" r:id="R1730a3dd943f4bc5"/>
    <p:sldLayoutId xmlns:r="http://schemas.openxmlformats.org/officeDocument/2006/relationships" id="2147483755" r:id="R8522bd4c7afa4277"/>
    <p:sldLayoutId xmlns:r="http://schemas.openxmlformats.org/officeDocument/2006/relationships" id="2147483756" r:id="R37adb1b9444e47dc"/>
    <p:sldLayoutId xmlns:r="http://schemas.openxmlformats.org/officeDocument/2006/relationships" id="2147483757" r:id="R79bc573502da4abb"/>
    <p:sldLayoutId xmlns:r="http://schemas.openxmlformats.org/officeDocument/2006/relationships" id="2147483758" r:id="R1566dbd83ecc4eba"/>
    <p:sldLayoutId xmlns:r="http://schemas.openxmlformats.org/officeDocument/2006/relationships" id="2147483759" r:id="Re8303e434b27436c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Amazon Ember Display"/>
          <a:ea typeface="Amazon Ember Display"/>
          <a:cs typeface="Amazon Ember Display"/>
        </a:defRPr>
      </a:lvl1pPr>
    </p:titleStyle>
    <p:bodyStyle>
      <a:lvl1pPr xmlns:a="http://schemas.openxmlformats.org/drawingml/2006/main" marL="457200" indent="-457200" algn="l" defTabSz="914400">
        <a:lnSpc>
          <a:spcPct val="90000"/>
        </a:lnSpc>
        <a:spcBef>
          <a:spcPts val="1000"/>
        </a:spcBef>
        <a:buFont typeface="Arial"/>
        <a:buChar char="•"/>
        <a:defRPr sz="2800" b="0" i="0" kern="1200">
          <a:solidFill>
            <a:schemeClr val="tx1"/>
          </a:solidFill>
          <a:latin typeface="Amazon Ember Display"/>
          <a:ea typeface="Amazon Ember Display"/>
          <a:cs typeface="Amazon Ember Display"/>
        </a:defRPr>
      </a:lvl1pPr>
      <a:lvl2pPr xmlns:a="http://schemas.openxmlformats.org/drawingml/2006/main" marL="800100" indent="-342900" algn="l" defTabSz="914400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Amazon Ember Display"/>
          <a:ea typeface="Amazon Ember Display"/>
          <a:cs typeface="Amazon Ember Display"/>
        </a:defRPr>
      </a:lvl2pPr>
      <a:lvl3pPr xmlns:a="http://schemas.openxmlformats.org/drawingml/2006/main" marL="1257300" indent="-342900" algn="l" defTabSz="914400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Amazon Ember Display"/>
          <a:ea typeface="Amazon Ember Display"/>
          <a:cs typeface="Amazon Ember Display"/>
        </a:defRPr>
      </a:lvl3pPr>
      <a:lvl4pPr xmlns:a="http://schemas.openxmlformats.org/drawingml/2006/main" marL="1657350" indent="-28575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mazon Ember Display"/>
          <a:ea typeface="Amazon Ember Display"/>
          <a:cs typeface="Amazon Ember Display"/>
        </a:defRPr>
      </a:lvl4pPr>
      <a:lvl5pPr xmlns:a="http://schemas.openxmlformats.org/drawingml/2006/main" marL="2114550" indent="-285750" algn="l" defTabSz="914400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Amazon Ember Display"/>
          <a:ea typeface="Amazon Ember Display"/>
          <a:cs typeface="Amazon Ember Display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xmlns:a="http://schemas.openxmlformats.org/drawingml/2006/main" val="F26B43"/>
          </p15:clr>
        </p15:guide>
        <p15:guide id="2" pos="3840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AWS 202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AWS Confidential Dark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AWS 202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9.xml" Id="Refcf346b12e64a80" /><Relationship Type="http://schemas.openxmlformats.org/officeDocument/2006/relationships/notesSlide" Target="/ppt/notesSlides/notesSlide1.xml" Id="R8171be38908347d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a2172af9bd6d4732" /><Relationship Type="http://schemas.openxmlformats.org/officeDocument/2006/relationships/image" Target="/ppt/media/image2.svg" Id="R4b0e99039539456e" /><Relationship Type="http://schemas.openxmlformats.org/officeDocument/2006/relationships/image" Target="/ppt/media/image2.png" Id="Rd6eb830d830a43c5" /><Relationship Type="http://schemas.openxmlformats.org/officeDocument/2006/relationships/image" Target="/ppt/media/image3.svg" Id="R37f7d37be0b8486b" /><Relationship Type="http://schemas.openxmlformats.org/officeDocument/2006/relationships/image" Target="/ppt/media/image3.png" Id="Rda28f7daf8e04bd2" /><Relationship Type="http://schemas.openxmlformats.org/officeDocument/2006/relationships/image" Target="/ppt/media/image4.svg" Id="R68622ade61d24d58" /><Relationship Type="http://schemas.openxmlformats.org/officeDocument/2006/relationships/image" Target="/ppt/media/image4.png" Id="R942e35ad72fb43d6" /><Relationship Type="http://schemas.openxmlformats.org/officeDocument/2006/relationships/notesSlide" Target="/ppt/notesSlides/notesSlide2.xml" Id="Rf27abe1b97614f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44494de4bd8443f9" /><Relationship Type="http://schemas.openxmlformats.org/officeDocument/2006/relationships/notesSlide" Target="/ppt/notesSlides/notesSlide3.xml" Id="Rd0148bb758f443f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aaf9af2435684539" /><Relationship Type="http://schemas.openxmlformats.org/officeDocument/2006/relationships/image" Target="/ppt/media/image5.svg" Id="Rbd8353b7b97a4e8a" /><Relationship Type="http://schemas.openxmlformats.org/officeDocument/2006/relationships/image" Target="/ppt/media/image5.png" Id="Rafb7a2ad3fe24566" /><Relationship Type="http://schemas.openxmlformats.org/officeDocument/2006/relationships/image" Target="/ppt/media/image6.svg" Id="R04fa88ede06d491d" /><Relationship Type="http://schemas.openxmlformats.org/officeDocument/2006/relationships/image" Target="/ppt/media/image6.png" Id="Re9dcbb6652c74877" /><Relationship Type="http://schemas.openxmlformats.org/officeDocument/2006/relationships/image" Target="/ppt/media/image7.svg" Id="Ra3c48cb45df04d91" /><Relationship Type="http://schemas.openxmlformats.org/officeDocument/2006/relationships/image" Target="/ppt/media/image7.png" Id="R0e4beb6ad3f94a1e" /><Relationship Type="http://schemas.openxmlformats.org/officeDocument/2006/relationships/notesSlide" Target="/ppt/notesSlides/notesSlide4.xml" Id="R13143de9fa5742b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4e240dee5b924bd1" /><Relationship Type="http://schemas.openxmlformats.org/officeDocument/2006/relationships/image" Target="/ppt/media/image8.svg" Id="R2b5e2e327b7145ee" /><Relationship Type="http://schemas.openxmlformats.org/officeDocument/2006/relationships/image" Target="/ppt/media/image8.png" Id="R39dafd858d0d4c2b" /><Relationship Type="http://schemas.openxmlformats.org/officeDocument/2006/relationships/image" Target="/ppt/media/image9.svg" Id="R59febd635e614092" /><Relationship Type="http://schemas.openxmlformats.org/officeDocument/2006/relationships/image" Target="/ppt/media/image9.png" Id="R6904f4788ff84e23" /><Relationship Type="http://schemas.openxmlformats.org/officeDocument/2006/relationships/image" Target="/ppt/media/image10.svg" Id="R8e2be83bb3cc4b56" /><Relationship Type="http://schemas.openxmlformats.org/officeDocument/2006/relationships/image" Target="/ppt/media/image10.png" Id="R9f69e56698f6439c" /><Relationship Type="http://schemas.openxmlformats.org/officeDocument/2006/relationships/notesSlide" Target="/ppt/notesSlides/notesSlide5.xml" Id="R8ebe57c9215548e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d0c592526cd84c51" /><Relationship Type="http://schemas.openxmlformats.org/officeDocument/2006/relationships/image" Target="/ppt/media/image8.png" Id="R37ad6a825f814fe5" /><Relationship Type="http://schemas.openxmlformats.org/officeDocument/2006/relationships/image" Target="/ppt/media/image8.svg" Id="R05dfe917b8b844cd" /><Relationship Type="http://schemas.openxmlformats.org/officeDocument/2006/relationships/image" Target="/ppt/media/image9.png" Id="R107c22f654574bd2" /><Relationship Type="http://schemas.openxmlformats.org/officeDocument/2006/relationships/image" Target="/ppt/media/image9.svg" Id="Ree0621a17c5e49f5" /><Relationship Type="http://schemas.openxmlformats.org/officeDocument/2006/relationships/image" Target="/ppt/media/image10.png" Id="R77a1fa61c18a4c15" /><Relationship Type="http://schemas.openxmlformats.org/officeDocument/2006/relationships/image" Target="/ppt/media/image10.svg" Id="R504b517ab4f74e98" /><Relationship Type="http://schemas.openxmlformats.org/officeDocument/2006/relationships/notesSlide" Target="/ppt/notesSlides/notesSlide6.xml" Id="R58c4617f8a7243d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90aebdae38af4d75" /><Relationship Type="http://schemas.openxmlformats.org/officeDocument/2006/relationships/notesSlide" Target="/ppt/notesSlides/notesSlide7.xml" Id="Rd2a61ce2626e45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8a6378a9b7744540" /><Relationship Type="http://schemas.openxmlformats.org/officeDocument/2006/relationships/notesSlide" Target="/ppt/notesSlides/notesSlide8.xml" Id="Rec8455bd75d24e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dd7cd40f28ee4031" /><Relationship Type="http://schemas.openxmlformats.org/officeDocument/2006/relationships/notesSlide" Target="/ppt/notesSlides/notesSlide9.xml" Id="Re52a14499b1440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0ac37334311d45ed" /><Relationship Type="http://schemas.openxmlformats.org/officeDocument/2006/relationships/notesSlide" Target="/ppt/notesSlides/notesSlide10.xml" Id="R2c498402ba93475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679691e314274c55" /><Relationship Type="http://schemas.openxmlformats.org/officeDocument/2006/relationships/image" Target="/ppt/media/image11.svg" Id="R985d995b1d5a415a" /><Relationship Type="http://schemas.openxmlformats.org/officeDocument/2006/relationships/image" Target="/ppt/media/image11.png" Id="R0f512f6e389d4a19" /><Relationship Type="http://schemas.openxmlformats.org/officeDocument/2006/relationships/image" Target="/ppt/media/image12.svg" Id="R581ca066d9f84c16" /><Relationship Type="http://schemas.openxmlformats.org/officeDocument/2006/relationships/image" Target="/ppt/media/image12.png" Id="Ra7345c7612b94baa" /><Relationship Type="http://schemas.openxmlformats.org/officeDocument/2006/relationships/image" Target="/ppt/media/image13.svg" Id="Rb5f14d80cf4640fd" /><Relationship Type="http://schemas.openxmlformats.org/officeDocument/2006/relationships/image" Target="/ppt/media/image13.png" Id="Rec800eae83fa4714" /><Relationship Type="http://schemas.openxmlformats.org/officeDocument/2006/relationships/image" Target="/ppt/media/image14.svg" Id="R68c13c82bd4b4326" /><Relationship Type="http://schemas.openxmlformats.org/officeDocument/2006/relationships/image" Target="/ppt/media/image14.png" Id="Rff2545aecc3341fa" /><Relationship Type="http://schemas.openxmlformats.org/officeDocument/2006/relationships/notesSlide" Target="/ppt/notesSlides/notesSlide11.xml" Id="R419cece271cd4b6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a1ede47f19174ab5" /><Relationship Type="http://schemas.openxmlformats.org/officeDocument/2006/relationships/image" Target="/ppt/media/image15.svg" Id="Ra0cd1ed240f04d6d" /><Relationship Type="http://schemas.openxmlformats.org/officeDocument/2006/relationships/image" Target="/ppt/media/image15.png" Id="R13ad91460d7943e0" /><Relationship Type="http://schemas.openxmlformats.org/officeDocument/2006/relationships/image" Target="/ppt/media/image16.svg" Id="Rb1574358553a4dfe" /><Relationship Type="http://schemas.openxmlformats.org/officeDocument/2006/relationships/image" Target="/ppt/media/image16.png" Id="R7062db1e67764b81" /><Relationship Type="http://schemas.openxmlformats.org/officeDocument/2006/relationships/image" Target="/ppt/media/image17.svg" Id="Rfcf7fc90701a453c" /><Relationship Type="http://schemas.openxmlformats.org/officeDocument/2006/relationships/image" Target="/ppt/media/image17.png" Id="Re02772a570ae47aa" /><Relationship Type="http://schemas.openxmlformats.org/officeDocument/2006/relationships/image" Target="/ppt/media/image18.svg" Id="R699d256297ea4e35" /><Relationship Type="http://schemas.openxmlformats.org/officeDocument/2006/relationships/image" Target="/ppt/media/image18.png" Id="Rbcba0a4b202349de" /><Relationship Type="http://schemas.openxmlformats.org/officeDocument/2006/relationships/image" Target="/ppt/media/image19.svg" Id="R5ac3433c7fa94319" /><Relationship Type="http://schemas.openxmlformats.org/officeDocument/2006/relationships/image" Target="/ppt/media/image19.png" Id="R0f94eaaedb184736" /><Relationship Type="http://schemas.openxmlformats.org/officeDocument/2006/relationships/notesSlide" Target="/ppt/notesSlides/notesSlide12.xml" Id="R911081439304467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d6c365be92644e2b" /><Relationship Type="http://schemas.openxmlformats.org/officeDocument/2006/relationships/notesSlide" Target="/ppt/notesSlides/notesSlide13.xml" Id="Re50733ebf83a423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83191f7f8ac94a8a" /><Relationship Type="http://schemas.openxmlformats.org/officeDocument/2006/relationships/notesSlide" Target="/ppt/notesSlides/notesSlide14.xml" Id="R68abe1c5b38743d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31774a9e3b6a434c" /><Relationship Type="http://schemas.openxmlformats.org/officeDocument/2006/relationships/notesSlide" Target="/ppt/notesSlides/notesSlide15.xml" Id="Read506f8ee2847f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3f6384f2bcb1415b" /><Relationship Type="http://schemas.openxmlformats.org/officeDocument/2006/relationships/notesSlide" Target="/ppt/notesSlides/notesSlide16.xml" Id="R92d685ff9f984b5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b107fcafa6164695" /><Relationship Type="http://schemas.openxmlformats.org/officeDocument/2006/relationships/notesSlide" Target="/ppt/notesSlides/notesSlide17.xml" Id="R93a0d926f9e4458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7b68befb4b2f48da" /><Relationship Type="http://schemas.openxmlformats.org/officeDocument/2006/relationships/notesSlide" Target="/ppt/notesSlides/notesSlide18.xml" Id="R61c14e1d93664d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3f668d7761604cac" /><Relationship Type="http://schemas.openxmlformats.org/officeDocument/2006/relationships/image" Target="/ppt/media/image20.svg" Id="R5e30c6acde634465" /><Relationship Type="http://schemas.openxmlformats.org/officeDocument/2006/relationships/image" Target="/ppt/media/image20.png" Id="R8aa8584b0f244dd4" /><Relationship Type="http://schemas.openxmlformats.org/officeDocument/2006/relationships/image" Target="/ppt/media/image21.svg" Id="R20db1465734e4070" /><Relationship Type="http://schemas.openxmlformats.org/officeDocument/2006/relationships/image" Target="/ppt/media/image21.png" Id="Rc6571d7402c646e7" /><Relationship Type="http://schemas.openxmlformats.org/officeDocument/2006/relationships/image" Target="/ppt/media/image22.svg" Id="R9674db4c358a4452" /><Relationship Type="http://schemas.openxmlformats.org/officeDocument/2006/relationships/image" Target="/ppt/media/image22.png" Id="Rfcedf358cf6a42fd" /><Relationship Type="http://schemas.openxmlformats.org/officeDocument/2006/relationships/image" Target="/ppt/media/image23.svg" Id="R67688d4b48954aec" /><Relationship Type="http://schemas.openxmlformats.org/officeDocument/2006/relationships/image" Target="/ppt/media/image23.png" Id="R853e298ec5a74efe" /><Relationship Type="http://schemas.openxmlformats.org/officeDocument/2006/relationships/notesSlide" Target="/ppt/notesSlides/notesSlide19.xml" Id="Rad146a66bd68433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87.xml" Id="R5fb9c4db10954f30" /><Relationship Type="http://schemas.openxmlformats.org/officeDocument/2006/relationships/notesSlide" Target="/ppt/notesSlides/notesSlide20.xml" Id="Rd3e46c6c22b1466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326A66A-8EE8-206E-1901-AF0A51F7018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494564" y="2535094"/>
            <a:ext cx="8305385" cy="190180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b="1">
                <a:latin typeface="Amazon Ember Display"/>
                <a:ea typeface="Amazon Ember Display"/>
                <a:cs typeface="Amazon Ember Display"/>
              </a:rPr>
              <a:t>Generative AI </a:t>
            </a:r>
            <a:br/>
            <a:r>
              <a:rPr b="1">
                <a:latin typeface="Amazon Ember Display"/>
                <a:ea typeface="Amazon Ember Display"/>
                <a:cs typeface="Amazon Ember Display"/>
              </a:rPr>
              <a:t>Evaluations Workshop</a:t>
            </a:r>
            <a:endParaRPr b="1"/>
          </a:p>
        </p:txBody>
      </p:sp>
      <p:sp>
        <p:nvSpPr>
          <p:cNvPr id="6" name="Text Placeholder 5">
            <a:extLst xmlns:a="http://schemas.openxmlformats.org/drawingml/2006/main">
              <a:ext uri="{FF2B5EF4-FFF2-40B4-BE49-F238E27FC236}">
                <a16:creationId xmlns:a16="http://schemas.microsoft.com/office/drawing/2014/main" id="{CB41F5DD-8EBD-2A21-190A-0DABCDB833C0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609598" y="5674769"/>
            <a:ext cx="3797302" cy="313932"/>
          </a:xfrm>
        </p:spPr>
        <p:txBody>
          <a:bodyPr xmlns:a="http://schemas.openxmlformats.org/drawingml/2006/main" vert="horz" wrap="square" lIns="0" tIns="45720" rIns="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Amazon Ember Display"/>
                <a:ea typeface="Amazon Ember Display"/>
                <a:cs typeface="Amazon Ember Display"/>
              </a:rPr>
              <a:t>Amazon Web Services</a:t>
            </a:r>
          </a:p>
        </p:txBody>
      </p:sp>
    </p:spTree>
    <p:extLst>
      <p:ext uri="{BB962C8B-B14F-4D97-AF65-F5344CB8AC3E}">
        <p14:creationId xmlns:p14="http://schemas.microsoft.com/office/powerpoint/2010/main" val="40137857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Shape 0">
            <a:extLst xmlns:a="http://schemas.openxmlformats.org/drawingml/2006/main">
              <a:ext uri="{FF2B5EF4-FFF2-40B4-BE49-F238E27FC236}">
                <a16:creationId xmlns:a16="http://schemas.microsoft.com/office/drawing/2014/main" id="{CDEFAA10-9F34-4732-F942-50A6E473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"/>
            <a:ext cx="12188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Text 1">
            <a:extLst xmlns:a="http://schemas.openxmlformats.org/drawingml/2006/main">
              <a:ext uri="{FF2B5EF4-FFF2-40B4-BE49-F238E27FC236}">
                <a16:creationId xmlns:a16="http://schemas.microsoft.com/office/drawing/2014/main" id="{8DF60546-6F09-416A-F83A-2C464946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WHAT TO EXPECT</a:t>
            </a:r>
            <a:endParaRPr sz="1400"/>
          </a:p>
        </p:txBody>
      </p:sp>
      <p:sp>
        <p:nvSpPr>
          <p:cNvPr id="61" name="Text 2">
            <a:extLst xmlns:a="http://schemas.openxmlformats.org/drawingml/2006/main">
              <a:ext uri="{FF2B5EF4-FFF2-40B4-BE49-F238E27FC236}">
                <a16:creationId xmlns:a16="http://schemas.microsoft.com/office/drawing/2014/main" id="{5F339473-4A6A-0D68-B25D-FCA01848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Session Overview</a:t>
            </a:r>
            <a:endParaRPr sz="3800"/>
          </a:p>
        </p:txBody>
      </p:sp>
      <p:sp>
        <p:nvSpPr>
          <p:cNvPr id="62" name="Shape 3">
            <a:extLst xmlns:a="http://schemas.openxmlformats.org/drawingml/2006/main">
              <a:ext uri="{FF2B5EF4-FFF2-40B4-BE49-F238E27FC236}">
                <a16:creationId xmlns:a16="http://schemas.microsoft.com/office/drawing/2014/main" id="{354E14EB-BEB2-A342-7B9F-626AB8815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3520440" cy="41148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Shape 4">
            <a:extLst xmlns:a="http://schemas.openxmlformats.org/drawingml/2006/main">
              <a:ext uri="{FF2B5EF4-FFF2-40B4-BE49-F238E27FC236}">
                <a16:creationId xmlns:a16="http://schemas.microsoft.com/office/drawing/2014/main" id="{3C78CA03-610B-7388-7F29-2D342D215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3520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5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eb830d830a43c5">
            <a:extLst>
              <a:ext uri="{96DAC541-7B7A-43D3-8B79-37D633B846F1}">
                <asvg:svgBlip xmlns:asvg="http://schemas.microsoft.com/office/drawing/2016/SVG/main" r:embed="R4b0e99039539456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2377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5" name="Text 5">
            <a:extLst xmlns:a="http://schemas.openxmlformats.org/drawingml/2006/main">
              <a:ext uri="{FF2B5EF4-FFF2-40B4-BE49-F238E27FC236}">
                <a16:creationId xmlns:a16="http://schemas.microsoft.com/office/drawing/2014/main" id="{C6C7631E-0ADC-0D2F-C73A-FA39670C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97180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What We Cover</a:t>
            </a:r>
            <a:endParaRPr sz="1900"/>
          </a:p>
        </p:txBody>
      </p:sp>
      <p:sp>
        <p:nvSpPr>
          <p:cNvPr id="66" name="Text 6">
            <a:extLst xmlns:a="http://schemas.openxmlformats.org/drawingml/2006/main">
              <a:ext uri="{FF2B5EF4-FFF2-40B4-BE49-F238E27FC236}">
                <a16:creationId xmlns:a16="http://schemas.microsoft.com/office/drawing/2014/main" id="{05E11641-9F98-8820-1743-78412EACA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520440"/>
            <a:ext cx="29260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Why evaluations matter for GenAI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Error analysis methodology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Operational, quality, and agentic metrics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Hands-on labs with real pipelines</a:t>
            </a:r>
            <a:endParaRPr sz="1400"/>
          </a:p>
        </p:txBody>
      </p:sp>
      <p:sp>
        <p:nvSpPr>
          <p:cNvPr id="67" name="Shape 7">
            <a:extLst xmlns:a="http://schemas.openxmlformats.org/drawingml/2006/main">
              <a:ext uri="{FF2B5EF4-FFF2-40B4-BE49-F238E27FC236}">
                <a16:creationId xmlns:a16="http://schemas.microsoft.com/office/drawing/2014/main" id="{98901FCC-52E9-2748-8E12-5AC77D9C9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3120"/>
            <a:ext cx="3520440" cy="41148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Shape 8">
            <a:extLst xmlns:a="http://schemas.openxmlformats.org/drawingml/2006/main">
              <a:ext uri="{FF2B5EF4-FFF2-40B4-BE49-F238E27FC236}">
                <a16:creationId xmlns:a16="http://schemas.microsoft.com/office/drawing/2014/main" id="{B7C31831-3A7C-95E3-1E82-5413154D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03120"/>
            <a:ext cx="3520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9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0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28f7daf8e04bd2">
            <a:extLst>
              <a:ext uri="{96DAC541-7B7A-43D3-8B79-37D633B846F1}">
                <asvg:svgBlip xmlns:asvg="http://schemas.microsoft.com/office/drawing/2016/SVG/main" r:embed="R37f7d37be0b8486b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17720" y="2377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0" name="Text 9">
            <a:extLst xmlns:a="http://schemas.openxmlformats.org/drawingml/2006/main">
              <a:ext uri="{FF2B5EF4-FFF2-40B4-BE49-F238E27FC236}">
                <a16:creationId xmlns:a16="http://schemas.microsoft.com/office/drawing/2014/main" id="{C28E30A2-3718-B10E-2743-E102ADC2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297180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Who It's For</a:t>
            </a:r>
            <a:endParaRPr sz="1900"/>
          </a:p>
        </p:txBody>
      </p:sp>
      <p:sp>
        <p:nvSpPr>
          <p:cNvPr id="71" name="Text 10">
            <a:extLst xmlns:a="http://schemas.openxmlformats.org/drawingml/2006/main">
              <a:ext uri="{FF2B5EF4-FFF2-40B4-BE49-F238E27FC236}">
                <a16:creationId xmlns:a16="http://schemas.microsoft.com/office/drawing/2014/main" id="{CF75F550-434C-2BFE-4045-57A1FEBD0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7720" y="3520440"/>
            <a:ext cx="29260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Teams building GenAI applications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ML engineers and data scientists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Technical leaders and architects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Anyone moving GenAI to production</a:t>
            </a:r>
            <a:endParaRPr sz="1400"/>
          </a:p>
        </p:txBody>
      </p:sp>
      <p:sp>
        <p:nvSpPr>
          <p:cNvPr id="72" name="Shape 11">
            <a:extLst xmlns:a="http://schemas.openxmlformats.org/drawingml/2006/main">
              <a:ext uri="{FF2B5EF4-FFF2-40B4-BE49-F238E27FC236}">
                <a16:creationId xmlns:a16="http://schemas.microsoft.com/office/drawing/2014/main" id="{D5369912-FFD4-8579-0214-7A439A43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103120"/>
            <a:ext cx="3520440" cy="4114800"/>
          </a:xfrm>
          <a:prstGeom xmlns:a="http://schemas.openxmlformats.org/drawingml/2006/main" prst="roundRect">
            <a:avLst>
              <a:gd name="adj" fmla="val 2597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Shape 12">
            <a:extLst xmlns:a="http://schemas.openxmlformats.org/drawingml/2006/main">
              <a:ext uri="{FF2B5EF4-FFF2-40B4-BE49-F238E27FC236}">
                <a16:creationId xmlns:a16="http://schemas.microsoft.com/office/drawing/2014/main" id="{91AFD7BF-91C3-2B0E-7D4B-C8B05928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8160" y="2103120"/>
            <a:ext cx="352044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F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5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2e35ad72fb43d6">
            <a:extLst>
              <a:ext uri="{96DAC541-7B7A-43D3-8B79-37D633B846F1}">
                <asvg:svgBlip xmlns:asvg="http://schemas.microsoft.com/office/drawing/2016/SVG/main" r:embed="R68622ade61d24d5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12480" y="23774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75" name="Text 13">
            <a:extLst xmlns:a="http://schemas.openxmlformats.org/drawingml/2006/main">
              <a:ext uri="{FF2B5EF4-FFF2-40B4-BE49-F238E27FC236}">
                <a16:creationId xmlns:a16="http://schemas.microsoft.com/office/drawing/2014/main" id="{FF1F863F-1799-4967-0CE8-06B412FC4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971800"/>
            <a:ext cx="29260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What You'll Walk Away With</a:t>
            </a:r>
            <a:endParaRPr sz="1900"/>
          </a:p>
        </p:txBody>
      </p:sp>
      <p:sp>
        <p:nvSpPr>
          <p:cNvPr id="76" name="Text 14">
            <a:extLst xmlns:a="http://schemas.openxmlformats.org/drawingml/2006/main">
              <a:ext uri="{FF2B5EF4-FFF2-40B4-BE49-F238E27FC236}">
                <a16:creationId xmlns:a16="http://schemas.microsoft.com/office/drawing/2014/main" id="{1328C9C5-A88B-426E-8E1D-12166BDC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3520440"/>
            <a:ext cx="292608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 repeatable evaluation framework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Gold standard dataset methodology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Automated eval pipeline patterns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Model comparison strategies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55527488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13E664B-6212-4570-0A48-6CCAF7C4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889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D5D5E8D-DF66-CEFE-16B2-49987CDB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784848"/>
            <a:ext cx="1218895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01F1BF74-2721-F8D5-9DD5-335C96707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540" y="2057584"/>
            <a:ext cx="10207751" cy="15081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6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defRPr>
            </a:pPr>
            <a:r>
              <a:t>Evaluations are not the finish line.</a:t>
            </a:r>
          </a:p>
          <a:p xmlns:a="http://schemas.openxmlformats.org/drawingml/2006/main">
            <a:pPr algn="ctr">
              <a:buNone/>
              <a:defRPr sz="46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defRPr>
            </a:pPr>
            <a:r>
              <a:t>They're the halfway mark.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633127-967D-9088-C49A-B8C4FDD9C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657600"/>
            <a:ext cx="2130552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E34943F-8DF5-FCC6-27A0-FF46EC9BE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23360"/>
            <a:ext cx="8531352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 i="0">
                <a:solidFill>
                  <a:srgbClr val="D1D5DB"/>
                </a:solidFill>
                <a:latin typeface="Amazon Ember"/>
                <a:ea typeface="Amazon Ember"/>
                <a:cs typeface="Amazon Ember"/>
              </a:defRPr>
            </a:pPr>
            <a:r>
              <a:rPr sz="1800" b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Building evaluators doesn't fix your system. </a:t>
            </a:r>
            <a:r>
              <a:rPr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Improving scores isn't enough.</a:t>
            </a:r>
            <a:endParaRPr sz="1800" b="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ctr">
              <a:buNone/>
            </a:pPr>
            <a:r>
              <a:rPr sz="1000"/>
              <a:t> </a:t>
            </a:r>
            <a:endParaRPr sz="1000"/>
          </a:p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The real value comes from the loop: </a:t>
            </a:r>
            <a:r>
              <a:rPr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evaluations reveal </a:t>
            </a:r>
            <a:r>
              <a:rPr sz="1800" b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what's broken and </a:t>
            </a:r>
            <a:r>
              <a:rPr sz="1800" b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the </a:t>
            </a:r>
            <a:r>
              <a:rPr sz="1800" b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insights </a:t>
            </a:r>
            <a:r>
              <a:rPr sz="1800" b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help you improve</a:t>
            </a:r>
            <a:r>
              <a:rPr sz="1800" b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 your system design.</a:t>
            </a:r>
            <a:endParaRPr sz="1800" b="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3846134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Text 0">
            <a:extLst xmlns:a="http://schemas.openxmlformats.org/drawingml/2006/main">
              <a:ext uri="{FF2B5EF4-FFF2-40B4-BE49-F238E27FC236}">
                <a16:creationId xmlns:a16="http://schemas.microsoft.com/office/drawing/2014/main" id="{709B0589-58A7-0EE6-CF40-EDD04D88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THE PROBLEM</a:t>
            </a:r>
            <a:endParaRPr sz="1400"/>
          </a:p>
        </p:txBody>
      </p:sp>
      <p:sp>
        <p:nvSpPr>
          <p:cNvPr id="41" name="Text 1">
            <a:extLst xmlns:a="http://schemas.openxmlformats.org/drawingml/2006/main">
              <a:ext uri="{FF2B5EF4-FFF2-40B4-BE49-F238E27FC236}">
                <a16:creationId xmlns:a16="http://schemas.microsoft.com/office/drawing/2014/main" id="{1614EBAD-AFF8-3D82-1556-6A0DCE25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772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8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GenAI teams are iterating blind</a:t>
            </a:r>
            <a:endParaRPr sz="3800"/>
          </a:p>
        </p:txBody>
      </p:sp>
      <p:sp>
        <p:nvSpPr>
          <p:cNvPr id="42" name="Text 2">
            <a:extLst xmlns:a="http://schemas.openxmlformats.org/drawingml/2006/main">
              <a:ext uri="{FF2B5EF4-FFF2-40B4-BE49-F238E27FC236}">
                <a16:creationId xmlns:a16="http://schemas.microsoft.com/office/drawing/2014/main" id="{E70B8F98-AF5B-DD5E-4E3F-590DFBC1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399" y="1600200"/>
            <a:ext cx="10163503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Without systematic evaluation, there is no way to </a:t>
            </a:r>
            <a:r>
              <a:rPr sz="1600" b="1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measure progress</a:t>
            </a:r>
            <a:r>
              <a:rPr sz="1600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, </a:t>
            </a:r>
            <a:r>
              <a:rPr sz="1600" b="1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locate failures</a:t>
            </a:r>
            <a:r>
              <a:rPr sz="1600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, or </a:t>
            </a:r>
            <a:r>
              <a:rPr sz="1600" b="1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prove business value</a:t>
            </a:r>
            <a:r>
              <a:rPr sz="1600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.</a:t>
            </a:r>
            <a:endParaRPr sz="1600"/>
          </a:p>
        </p:txBody>
      </p:sp>
      <p:sp>
        <p:nvSpPr>
          <p:cNvPr id="43" name="Shape 3">
            <a:extLst xmlns:a="http://schemas.openxmlformats.org/drawingml/2006/main">
              <a:ext uri="{FF2B5EF4-FFF2-40B4-BE49-F238E27FC236}">
                <a16:creationId xmlns:a16="http://schemas.microsoft.com/office/drawing/2014/main" id="{DFE934A2-6AC6-FBAE-0CE0-6AFEDD92D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10360152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Shape 4">
            <a:extLst xmlns:a="http://schemas.openxmlformats.org/drawingml/2006/main">
              <a:ext uri="{FF2B5EF4-FFF2-40B4-BE49-F238E27FC236}">
                <a16:creationId xmlns:a16="http://schemas.microsoft.com/office/drawing/2014/main" id="{90D86F07-414E-435E-4ED1-03CCB7B6D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23160"/>
            <a:ext cx="731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7a2ad3fe24566">
            <a:extLst>
              <a:ext uri="{96DAC541-7B7A-43D3-8B79-37D633B846F1}">
                <asvg:svgBlip xmlns:asvg="http://schemas.microsoft.com/office/drawing/2016/SVG/main" r:embed="Rbd8353b7b97a4e8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0160" y="269748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46" name="Text 5">
            <a:extLst xmlns:a="http://schemas.openxmlformats.org/drawingml/2006/main">
              <a:ext uri="{FF2B5EF4-FFF2-40B4-BE49-F238E27FC236}">
                <a16:creationId xmlns:a16="http://schemas.microsoft.com/office/drawing/2014/main" id="{B3F5C15A-4764-42D2-1E9B-13352324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56032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Can't Locate Failures</a:t>
            </a:r>
            <a:endParaRPr sz="1600"/>
          </a:p>
        </p:txBody>
      </p:sp>
      <p:sp>
        <p:nvSpPr>
          <p:cNvPr id="47" name="Text 6">
            <a:extLst xmlns:a="http://schemas.openxmlformats.org/drawingml/2006/main">
              <a:ext uri="{FF2B5EF4-FFF2-40B4-BE49-F238E27FC236}">
                <a16:creationId xmlns:a16="http://schemas.microsoft.com/office/drawing/2014/main" id="{3544547C-5AFF-3921-7220-A34395A5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2926080"/>
            <a:ext cx="8961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Is it the model, the prompt, or the retrieval? Without targeted evals, teams fix the wrong thing for months.</a:t>
            </a:r>
            <a:endParaRPr sz="1400"/>
          </a:p>
        </p:txBody>
      </p:sp>
      <p:sp>
        <p:nvSpPr>
          <p:cNvPr id="48" name="Shape 7">
            <a:extLst xmlns:a="http://schemas.openxmlformats.org/drawingml/2006/main">
              <a:ext uri="{FF2B5EF4-FFF2-40B4-BE49-F238E27FC236}">
                <a16:creationId xmlns:a16="http://schemas.microsoft.com/office/drawing/2014/main" id="{B1319EE1-BA3F-D5F0-4F7E-F471FB06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10360152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hape 8">
            <a:extLst xmlns:a="http://schemas.openxmlformats.org/drawingml/2006/main">
              <a:ext uri="{FF2B5EF4-FFF2-40B4-BE49-F238E27FC236}">
                <a16:creationId xmlns:a16="http://schemas.microsoft.com/office/drawing/2014/main" id="{AD8E638D-F90E-3FB9-757B-EE184B019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731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9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cbb6652c74877">
            <a:extLst>
              <a:ext uri="{96DAC541-7B7A-43D3-8B79-37D633B846F1}">
                <asvg:svgBlip xmlns:asvg="http://schemas.microsoft.com/office/drawing/2016/SVG/main" r:embed="R04fa88ede06d491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0160" y="393192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51" name="Text 9">
            <a:extLst xmlns:a="http://schemas.openxmlformats.org/drawingml/2006/main">
              <a:ext uri="{FF2B5EF4-FFF2-40B4-BE49-F238E27FC236}">
                <a16:creationId xmlns:a16="http://schemas.microsoft.com/office/drawing/2014/main" id="{B84D4975-85B3-424F-5003-470118F1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379476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Costs Go Unmeasured</a:t>
            </a:r>
            <a:endParaRPr sz="1600"/>
          </a:p>
        </p:txBody>
      </p:sp>
      <p:sp>
        <p:nvSpPr>
          <p:cNvPr id="52" name="Text 10">
            <a:extLst xmlns:a="http://schemas.openxmlformats.org/drawingml/2006/main">
              <a:ext uri="{FF2B5EF4-FFF2-40B4-BE49-F238E27FC236}">
                <a16:creationId xmlns:a16="http://schemas.microsoft.com/office/drawing/2014/main" id="{DFD375B8-AB82-2BCE-2D4D-7CD5DA1F0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4160520"/>
            <a:ext cx="8961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Token usage, latency, and throughput are invisible until budgets spiral or users complain about speed.</a:t>
            </a:r>
            <a:endParaRPr sz="1400"/>
          </a:p>
        </p:txBody>
      </p:sp>
      <p:sp>
        <p:nvSpPr>
          <p:cNvPr id="53" name="Shape 11">
            <a:extLst xmlns:a="http://schemas.openxmlformats.org/drawingml/2006/main">
              <a:ext uri="{FF2B5EF4-FFF2-40B4-BE49-F238E27FC236}">
                <a16:creationId xmlns:a16="http://schemas.microsoft.com/office/drawing/2014/main" id="{48F696A5-08EA-5BE4-55C0-C28435607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10360152" cy="100584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hape 12">
            <a:extLst xmlns:a="http://schemas.openxmlformats.org/drawingml/2006/main">
              <a:ext uri="{FF2B5EF4-FFF2-40B4-BE49-F238E27FC236}">
                <a16:creationId xmlns:a16="http://schemas.microsoft.com/office/drawing/2014/main" id="{ED6A32F5-DDE1-95E7-B017-1B2E40D8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2040"/>
            <a:ext cx="73152" cy="10058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F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4beb6ad3f94a1e">
            <a:extLst>
              <a:ext uri="{96DAC541-7B7A-43D3-8B79-37D633B846F1}">
                <asvg:svgBlip xmlns:asvg="http://schemas.microsoft.com/office/drawing/2016/SVG/main" r:embed="Ra3c48cb45df04d9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80160" y="5166360"/>
            <a:ext cx="411480" cy="411480"/>
          </a:xfrm>
          <a:prstGeom xmlns:a="http://schemas.openxmlformats.org/drawingml/2006/main" prst="rect">
            <a:avLst/>
          </a:prstGeom>
        </p:spPr>
      </p:pic>
      <p:sp>
        <p:nvSpPr>
          <p:cNvPr id="56" name="Text 13">
            <a:extLst xmlns:a="http://schemas.openxmlformats.org/drawingml/2006/main">
              <a:ext uri="{FF2B5EF4-FFF2-40B4-BE49-F238E27FC236}">
                <a16:creationId xmlns:a16="http://schemas.microsoft.com/office/drawing/2014/main" id="{9A08A669-8EAF-812F-C677-CCE9C4D2D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029200"/>
            <a:ext cx="3657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No Model Comparison</a:t>
            </a:r>
            <a:endParaRPr sz="1600"/>
          </a:p>
        </p:txBody>
      </p:sp>
      <p:sp>
        <p:nvSpPr>
          <p:cNvPr id="57" name="Text 14">
            <a:extLst xmlns:a="http://schemas.openxmlformats.org/drawingml/2006/main">
              <a:ext uri="{FF2B5EF4-FFF2-40B4-BE49-F238E27FC236}">
                <a16:creationId xmlns:a16="http://schemas.microsoft.com/office/drawing/2014/main" id="{938E54E0-A063-7E5E-39A1-F4C46DAB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394960"/>
            <a:ext cx="8961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400">
                <a:solidFill>
                  <a:srgbClr val="D5D8DC"/>
                </a:solidFill>
                <a:latin typeface="Amazon Ember"/>
                <a:ea typeface="Amazon Ember"/>
                <a:cs typeface="Amazon Ember"/>
              </a:rPr>
              <a:t>Upgrading to new foundation models is blocked by lengthy manual testing</a:t>
            </a:r>
          </a:p>
        </p:txBody>
      </p:sp>
      <p:sp>
        <p:nvSpPr>
          <p:cNvPr id="58" name="Text 15">
            <a:extLst xmlns:a="http://schemas.openxmlformats.org/drawingml/2006/main">
              <a:ext uri="{FF2B5EF4-FFF2-40B4-BE49-F238E27FC236}">
                <a16:creationId xmlns:a16="http://schemas.microsoft.com/office/drawing/2014/main" id="{28BAF338-3A66-D69B-9333-B39FF4E1D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6646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Generic metrics like helpfulness, BLEU, and ROUGE measure NLP tasks, but don’t help with understanding AI agent effectiveness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31780369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EC4E18D2-138D-BA31-3364-BAFD6D1A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EVALUATION MATURITY</a:t>
            </a:r>
            <a:endParaRPr sz="1400"/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88943401-F18A-B555-4220-DCB85D5C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The Product Development Lifecycle</a:t>
            </a:r>
            <a:endParaRPr sz="3600"/>
          </a:p>
        </p:txBody>
      </p:sp>
      <p:sp>
        <p:nvSpPr>
          <p:cNvPr id="27" name="Shape 3">
            <a:extLst xmlns:a="http://schemas.openxmlformats.org/drawingml/2006/main">
              <a:ext uri="{FF2B5EF4-FFF2-40B4-BE49-F238E27FC236}">
                <a16:creationId xmlns:a16="http://schemas.microsoft.com/office/drawing/2014/main" id="{6B63EDCF-14F1-5CC2-F029-057F80E39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841" y="2288973"/>
            <a:ext cx="9418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2A3A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4">
            <a:extLst xmlns:a="http://schemas.openxmlformats.org/drawingml/2006/main">
              <a:ext uri="{FF2B5EF4-FFF2-40B4-BE49-F238E27FC236}">
                <a16:creationId xmlns:a16="http://schemas.microsoft.com/office/drawing/2014/main" id="{262E269E-A437-85A5-BC18-91F632B1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9241" y="1923213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4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dafd858d0d4c2b">
            <a:extLst>
              <a:ext uri="{96DAC541-7B7A-43D3-8B79-37D633B846F1}">
                <asvg:svgBlip xmlns:asvg="http://schemas.microsoft.com/office/drawing/2016/SVG/main" r:embed="R2b5e2e327b7145e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66401" y="2060373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Text 5">
            <a:extLst xmlns:a="http://schemas.openxmlformats.org/drawingml/2006/main">
              <a:ext uri="{FF2B5EF4-FFF2-40B4-BE49-F238E27FC236}">
                <a16:creationId xmlns:a16="http://schemas.microsoft.com/office/drawing/2014/main" id="{D0E6A62A-6D97-0FB4-3030-AC89FF0CD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841" y="2837613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Proof of Concept</a:t>
            </a:r>
            <a:endParaRPr sz="1800"/>
          </a:p>
        </p:txBody>
      </p:sp>
      <p:sp>
        <p:nvSpPr>
          <p:cNvPr id="31" name="Text 6">
            <a:extLst xmlns:a="http://schemas.openxmlformats.org/drawingml/2006/main">
              <a:ext uri="{FF2B5EF4-FFF2-40B4-BE49-F238E27FC236}">
                <a16:creationId xmlns:a16="http://schemas.microsoft.com/office/drawing/2014/main" id="{79B5DBE1-0B19-D7A2-E73D-31DBA1C0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841" y="3249093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Does this work at all?</a:t>
            </a:r>
            <a:endParaRPr sz="1400"/>
          </a:p>
        </p:txBody>
      </p:sp>
      <p:sp>
        <p:nvSpPr>
          <p:cNvPr id="33" name="Shape 8">
            <a:extLst xmlns:a="http://schemas.openxmlformats.org/drawingml/2006/main">
              <a:ext uri="{FF2B5EF4-FFF2-40B4-BE49-F238E27FC236}">
                <a16:creationId xmlns:a16="http://schemas.microsoft.com/office/drawing/2014/main" id="{099717A2-8254-A997-C080-CB080DE51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841" y="1923213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4f4788ff84e23">
            <a:extLst>
              <a:ext uri="{96DAC541-7B7A-43D3-8B79-37D633B846F1}">
                <asvg:svgBlip xmlns:asvg="http://schemas.microsoft.com/office/drawing/2016/SVG/main" r:embed="R59febd635e61409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4001" y="2060373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5" name="Text 9">
            <a:extLst xmlns:a="http://schemas.openxmlformats.org/drawingml/2006/main">
              <a:ext uri="{FF2B5EF4-FFF2-40B4-BE49-F238E27FC236}">
                <a16:creationId xmlns:a16="http://schemas.microsoft.com/office/drawing/2014/main" id="{A89BC916-77E7-E3FD-2C86-3749D683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441" y="2837613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Beta Testing</a:t>
            </a:r>
            <a:endParaRPr sz="1800"/>
          </a:p>
        </p:txBody>
      </p:sp>
      <p:sp>
        <p:nvSpPr>
          <p:cNvPr id="36" name="Text 10">
            <a:extLst xmlns:a="http://schemas.openxmlformats.org/drawingml/2006/main">
              <a:ext uri="{FF2B5EF4-FFF2-40B4-BE49-F238E27FC236}">
                <a16:creationId xmlns:a16="http://schemas.microsoft.com/office/drawing/2014/main" id="{63BB225B-EB33-1003-253E-48120CB2E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2441" y="3249093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7C59ED"/>
                </a:solidFill>
                <a:latin typeface="Amazon Ember"/>
                <a:ea typeface="Amazon Ember"/>
                <a:cs typeface="Amazon Ember"/>
              </a:rPr>
              <a:t>Will it work at scale?</a:t>
            </a:r>
            <a:endParaRPr sz="1400"/>
          </a:p>
        </p:txBody>
      </p:sp>
      <p:sp>
        <p:nvSpPr>
          <p:cNvPr id="38" name="Shape 12">
            <a:extLst xmlns:a="http://schemas.openxmlformats.org/drawingml/2006/main">
              <a:ext uri="{FF2B5EF4-FFF2-40B4-BE49-F238E27FC236}">
                <a16:creationId xmlns:a16="http://schemas.microsoft.com/office/drawing/2014/main" id="{CE0A4817-A35D-C5AE-96F9-A47C5DAD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4441" y="1923213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5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9e56698f6439c">
            <a:extLst>
              <a:ext uri="{96DAC541-7B7A-43D3-8B79-37D633B846F1}">
                <asvg:svgBlip xmlns:asvg="http://schemas.microsoft.com/office/drawing/2016/SVG/main" r:embed="R8e2be83bb3cc4b5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1601" y="2060373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0" name="Text 13">
            <a:extLst xmlns:a="http://schemas.openxmlformats.org/drawingml/2006/main">
              <a:ext uri="{FF2B5EF4-FFF2-40B4-BE49-F238E27FC236}">
                <a16:creationId xmlns:a16="http://schemas.microsoft.com/office/drawing/2014/main" id="{D9CDA13D-9802-7F86-281E-5011DBF0A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041" y="2837613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Scale Out</a:t>
            </a:r>
            <a:endParaRPr sz="1800"/>
          </a:p>
        </p:txBody>
      </p:sp>
      <p:sp>
        <p:nvSpPr>
          <p:cNvPr id="41" name="Text 14">
            <a:extLst xmlns:a="http://schemas.openxmlformats.org/drawingml/2006/main">
              <a:ext uri="{FF2B5EF4-FFF2-40B4-BE49-F238E27FC236}">
                <a16:creationId xmlns:a16="http://schemas.microsoft.com/office/drawing/2014/main" id="{024E1C85-6E75-3470-8665-89E65BA8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0041" y="3249093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38EF7D"/>
                </a:solidFill>
                <a:latin typeface="Amazon Ember"/>
                <a:ea typeface="Amazon Ember"/>
                <a:cs typeface="Amazon Ember"/>
              </a:rPr>
              <a:t>How do we optimize &amp; monitor?</a:t>
            </a:r>
            <a:endParaRPr sz="1400"/>
          </a:p>
        </p:txBody>
      </p:sp>
      <p:sp>
        <p:nvSpPr>
          <p:cNvPr id="3" name="Text 7">
            <a:extLst xmlns:a="http://schemas.openxmlformats.org/drawingml/2006/main">
              <a:ext uri="{FF2B5EF4-FFF2-40B4-BE49-F238E27FC236}">
                <a16:creationId xmlns:a16="http://schemas.microsoft.com/office/drawing/2014/main" id="{C9CBA87B-A325-0FC1-C78E-EB83EFA0C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3825" y="4023359"/>
            <a:ext cx="4068956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Is this the right problem to solve?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Does it even need GenAI?</a:t>
            </a:r>
            <a:endParaRPr sz="1400">
              <a:solidFill>
                <a:srgbClr val="FFFFFF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marL="3429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How much is it going to cost (ballpark)?</a:t>
            </a:r>
            <a:endParaRPr sz="1400">
              <a:solidFill>
                <a:srgbClr val="FFFFFF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marL="342900" indent="-34290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How feasible is the technical design?</a:t>
            </a:r>
            <a:endParaRPr sz="1400">
              <a:solidFill>
                <a:srgbClr val="FFFFFF"/>
              </a:solidFill>
              <a:latin typeface="Amazon Ember"/>
              <a:ea typeface="Amazon Ember"/>
              <a:cs typeface="Amazon Ember"/>
            </a:endParaRPr>
          </a:p>
        </p:txBody>
      </p:sp>
      <p:sp>
        <p:nvSpPr>
          <p:cNvPr id="6" name="Text 11">
            <a:extLst xmlns:a="http://schemas.openxmlformats.org/drawingml/2006/main">
              <a:ext uri="{FF2B5EF4-FFF2-40B4-BE49-F238E27FC236}">
                <a16:creationId xmlns:a16="http://schemas.microsoft.com/office/drawing/2014/main" id="{85923D99-079F-5A6C-AC27-43629E51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654" y="4191044"/>
            <a:ext cx="3517414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What does this </a:t>
            </a:r>
            <a:r>
              <a:rPr sz="1400" b="1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really</a:t>
            </a: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 cost? </a:t>
            </a:r>
            <a:endParaRPr/>
          </a:p>
          <a:p xmlns:a="http://schemas.openxmlformats.org/drawingml/2006/main"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Is it solving the problem as intended?</a:t>
            </a:r>
            <a:endParaRPr/>
          </a:p>
          <a:p xmlns:a="http://schemas.openxmlformats.org/drawingml/2006/main"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Have we considered security, governance, and performance?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What do we need to go to production?</a:t>
            </a:r>
          </a:p>
        </p:txBody>
      </p:sp>
      <p:sp>
        <p:nvSpPr>
          <p:cNvPr id="8" name="Text 15">
            <a:extLst xmlns:a="http://schemas.openxmlformats.org/drawingml/2006/main">
              <a:ext uri="{FF2B5EF4-FFF2-40B4-BE49-F238E27FC236}">
                <a16:creationId xmlns:a16="http://schemas.microsoft.com/office/drawing/2014/main" id="{F3829847-6857-5FFC-361D-069898897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434840"/>
            <a:ext cx="2743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ts val="1900"/>
              </a:lnSpc>
              <a:buSzPct val="100000"/>
              <a:buNone/>
            </a:pPr>
            <a:endParaRPr/>
          </a:p>
        </p:txBody>
      </p:sp>
      <p:sp>
        <p:nvSpPr>
          <p:cNvPr id="9" name="Text 11">
            <a:extLst xmlns:a="http://schemas.openxmlformats.org/drawingml/2006/main">
              <a:ext uri="{FF2B5EF4-FFF2-40B4-BE49-F238E27FC236}">
                <a16:creationId xmlns:a16="http://schemas.microsoft.com/office/drawing/2014/main" id="{BCF8B8D1-FCC4-D971-17F1-34D0865F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9324" y="4620693"/>
            <a:ext cx="3195443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285750" indent="-285750">
              <a:lnSpc>
                <a:spcPts val="1900"/>
              </a:lnSpc>
              <a:buSzPct val="100000"/>
              <a:buFont typeface="Arial"/>
              <a:buChar char="•"/>
            </a:pPr>
            <a:endParaRPr sz="130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</p:txBody>
      </p:sp>
      <p:sp>
        <p:nvSpPr>
          <p:cNvPr id="2" name="Text 11">
            <a:extLst xmlns:a="http://schemas.openxmlformats.org/drawingml/2006/main">
              <a:ext uri="{FF2B5EF4-FFF2-40B4-BE49-F238E27FC236}">
                <a16:creationId xmlns:a16="http://schemas.microsoft.com/office/drawing/2014/main" id="{1D28A026-64CD-5022-533B-0A5E2C1A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058" y="3644910"/>
            <a:ext cx="3195443" cy="245533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Does it actually work at scale?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How is our performance/latency?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Are we managing model lifecycle and monitoring metrics &amp; drift?</a:t>
            </a:r>
          </a:p>
          <a:p xmlns:a="http://schemas.openxmlformats.org/drawingml/2006/main">
            <a:pPr marL="285750" indent="-285750">
              <a:lnSpc>
                <a:spcPct val="150000"/>
              </a:lnSpc>
              <a:buSzPct val="100000"/>
              <a:buFont typeface="Arial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Are we actually getting our ROI? </a:t>
            </a:r>
          </a:p>
        </p:txBody>
      </p:sp>
    </p:spTree>
    <p:extLst>
      <p:ext uri="{BB962C8B-B14F-4D97-AF65-F5344CB8AC3E}">
        <p14:creationId xmlns:p14="http://schemas.microsoft.com/office/powerpoint/2010/main" val="206615278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5946BFE1-E598-D348-5B1E-C9A65721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EVALUATION MATURITY</a:t>
            </a:r>
            <a:endParaRPr sz="1400"/>
          </a:p>
        </p:txBody>
      </p:sp>
      <p:sp>
        <p:nvSpPr>
          <p:cNvPr id="25" name="Text 1">
            <a:extLst xmlns:a="http://schemas.openxmlformats.org/drawingml/2006/main">
              <a:ext uri="{FF2B5EF4-FFF2-40B4-BE49-F238E27FC236}">
                <a16:creationId xmlns:a16="http://schemas.microsoft.com/office/drawing/2014/main" id="{9051A68F-E35F-7B01-DF1B-8784C000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The Evaluation Lifecycle</a:t>
            </a:r>
            <a:endParaRPr sz="3600"/>
          </a:p>
        </p:txBody>
      </p:sp>
      <p:sp>
        <p:nvSpPr>
          <p:cNvPr id="27" name="Shape 3">
            <a:extLst xmlns:a="http://schemas.openxmlformats.org/drawingml/2006/main">
              <a:ext uri="{FF2B5EF4-FFF2-40B4-BE49-F238E27FC236}">
                <a16:creationId xmlns:a16="http://schemas.microsoft.com/office/drawing/2014/main" id="{2FB08882-EEFA-1493-BAE2-7F607AEC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53" y="2286000"/>
            <a:ext cx="9418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3500">
            <a:solidFill>
              <a:srgbClr val="2A3A4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4">
            <a:extLst xmlns:a="http://schemas.openxmlformats.org/drawingml/2006/main">
              <a:ext uri="{FF2B5EF4-FFF2-40B4-BE49-F238E27FC236}">
                <a16:creationId xmlns:a16="http://schemas.microsoft.com/office/drawing/2014/main" id="{A4F97587-6D38-1288-656A-F4A59D35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8653" y="19202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6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d6a825f814fe5">
            <a:extLst>
              <a:ext uri="{96DAC541-7B7A-43D3-8B79-37D633B846F1}">
                <asvg:svgBlip xmlns:asvg="http://schemas.microsoft.com/office/drawing/2016/SVG/main" r:embed="R05dfe917b8b844c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65813" y="2057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Text 5">
            <a:extLst xmlns:a="http://schemas.openxmlformats.org/drawingml/2006/main">
              <a:ext uri="{FF2B5EF4-FFF2-40B4-BE49-F238E27FC236}">
                <a16:creationId xmlns:a16="http://schemas.microsoft.com/office/drawing/2014/main" id="{57565942-F6C8-C0DE-04DD-B973320C5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53" y="2834640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Proof of Concept</a:t>
            </a:r>
            <a:endParaRPr sz="1800"/>
          </a:p>
        </p:txBody>
      </p:sp>
      <p:sp>
        <p:nvSpPr>
          <p:cNvPr id="31" name="Text 6">
            <a:extLst xmlns:a="http://schemas.openxmlformats.org/drawingml/2006/main">
              <a:ext uri="{FF2B5EF4-FFF2-40B4-BE49-F238E27FC236}">
                <a16:creationId xmlns:a16="http://schemas.microsoft.com/office/drawing/2014/main" id="{04861455-0B30-F615-4406-66FDE4F3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4253" y="32461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Does this work at all?</a:t>
            </a:r>
            <a:endParaRPr sz="1400"/>
          </a:p>
        </p:txBody>
      </p:sp>
      <p:sp>
        <p:nvSpPr>
          <p:cNvPr id="32" name="Text 7">
            <a:extLst xmlns:a="http://schemas.openxmlformats.org/drawingml/2006/main">
              <a:ext uri="{FF2B5EF4-FFF2-40B4-BE49-F238E27FC236}">
                <a16:creationId xmlns:a16="http://schemas.microsoft.com/office/drawing/2014/main" id="{39A364FC-35A5-E613-5879-8E3FED3CD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3283" y="3577322"/>
            <a:ext cx="334137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Gut checks and targeted test cases</a:t>
            </a:r>
            <a:endParaRPr sz="1300"/>
          </a:p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Manual error analysis on 50–100 traces</a:t>
            </a:r>
            <a:endParaRPr sz="1300"/>
          </a:p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Identify initial failure modes</a:t>
            </a:r>
            <a:endParaRPr sz="1300">
              <a:solidFill>
                <a:srgbClr val="FFFFFF"/>
              </a:solidFill>
              <a:latin typeface="Amazon Ember"/>
              <a:ea typeface="Amazon Ember"/>
              <a:cs typeface="Amazon Ember"/>
            </a:endParaRPr>
          </a:p>
        </p:txBody>
      </p:sp>
      <p:sp>
        <p:nvSpPr>
          <p:cNvPr id="33" name="Shape 8">
            <a:extLst xmlns:a="http://schemas.openxmlformats.org/drawingml/2006/main">
              <a:ext uri="{FF2B5EF4-FFF2-40B4-BE49-F238E27FC236}">
                <a16:creationId xmlns:a16="http://schemas.microsoft.com/office/drawing/2014/main" id="{7C4F4955-5977-1856-FB7F-EF63F6F08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6253" y="19202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59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7c22f654574bd2">
            <a:extLst>
              <a:ext uri="{96DAC541-7B7A-43D3-8B79-37D633B846F1}">
                <asvg:svgBlip xmlns:asvg="http://schemas.microsoft.com/office/drawing/2016/SVG/main" r:embed="Ree0621a17c5e49f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23413" y="2057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5" name="Text 9">
            <a:extLst xmlns:a="http://schemas.openxmlformats.org/drawingml/2006/main">
              <a:ext uri="{FF2B5EF4-FFF2-40B4-BE49-F238E27FC236}">
                <a16:creationId xmlns:a16="http://schemas.microsoft.com/office/drawing/2014/main" id="{EC100653-D074-8251-FCE1-83E63501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853" y="2834640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Beta Testing</a:t>
            </a:r>
            <a:endParaRPr sz="1800"/>
          </a:p>
        </p:txBody>
      </p:sp>
      <p:sp>
        <p:nvSpPr>
          <p:cNvPr id="36" name="Text 10">
            <a:extLst xmlns:a="http://schemas.openxmlformats.org/drawingml/2006/main">
              <a:ext uri="{FF2B5EF4-FFF2-40B4-BE49-F238E27FC236}">
                <a16:creationId xmlns:a16="http://schemas.microsoft.com/office/drawing/2014/main" id="{C448C9B5-A5BE-3EEE-7BA6-4E99761D3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1853" y="32461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7C59ED"/>
                </a:solidFill>
                <a:latin typeface="Amazon Ember"/>
                <a:ea typeface="Amazon Ember"/>
                <a:cs typeface="Amazon Ember"/>
              </a:rPr>
              <a:t>Will it work at scale?</a:t>
            </a:r>
            <a:endParaRPr sz="1400"/>
          </a:p>
        </p:txBody>
      </p:sp>
      <p:sp>
        <p:nvSpPr>
          <p:cNvPr id="37" name="Text 11">
            <a:extLst xmlns:a="http://schemas.openxmlformats.org/drawingml/2006/main">
              <a:ext uri="{FF2B5EF4-FFF2-40B4-BE49-F238E27FC236}">
                <a16:creationId xmlns:a16="http://schemas.microsoft.com/office/drawing/2014/main" id="{D02873E5-00E6-7C64-9BC8-77A9C5B5E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4520" y="3574507"/>
            <a:ext cx="3410109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Automated eval pipelines</a:t>
            </a:r>
            <a:endParaRPr sz="130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LLM-as-Judge for quality scoring</a:t>
            </a:r>
          </a:p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Focus on rapid iteration</a:t>
            </a:r>
          </a:p>
        </p:txBody>
      </p:sp>
      <p:sp>
        <p:nvSpPr>
          <p:cNvPr id="38" name="Shape 12">
            <a:extLst xmlns:a="http://schemas.openxmlformats.org/drawingml/2006/main">
              <a:ext uri="{FF2B5EF4-FFF2-40B4-BE49-F238E27FC236}">
                <a16:creationId xmlns:a16="http://schemas.microsoft.com/office/drawing/2014/main" id="{A0C3C3CC-75FD-7472-5440-854D480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3853" y="1920240"/>
            <a:ext cx="731520" cy="7315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8EF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a1fa61c18a4c15">
            <a:extLst>
              <a:ext uri="{96DAC541-7B7A-43D3-8B79-37D633B846F1}">
                <asvg:svgBlip xmlns:asvg="http://schemas.microsoft.com/office/drawing/2016/SVG/main" r:embed="R504b517ab4f74e98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781013" y="20574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0" name="Text 13">
            <a:extLst xmlns:a="http://schemas.openxmlformats.org/drawingml/2006/main">
              <a:ext uri="{FF2B5EF4-FFF2-40B4-BE49-F238E27FC236}">
                <a16:creationId xmlns:a16="http://schemas.microsoft.com/office/drawing/2014/main" id="{674C040B-EADC-38BE-0EFD-897273FE1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453" y="2834640"/>
            <a:ext cx="3200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8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Scale Out</a:t>
            </a:r>
            <a:endParaRPr sz="1800"/>
          </a:p>
        </p:txBody>
      </p:sp>
      <p:sp>
        <p:nvSpPr>
          <p:cNvPr id="41" name="Text 14">
            <a:extLst xmlns:a="http://schemas.openxmlformats.org/drawingml/2006/main">
              <a:ext uri="{FF2B5EF4-FFF2-40B4-BE49-F238E27FC236}">
                <a16:creationId xmlns:a16="http://schemas.microsoft.com/office/drawing/2014/main" id="{9173498A-01C9-AE04-F8BF-78E57238C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9453" y="3246120"/>
            <a:ext cx="3200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i="1">
                <a:solidFill>
                  <a:srgbClr val="38EF7D"/>
                </a:solidFill>
                <a:latin typeface="Amazon Ember"/>
                <a:ea typeface="Amazon Ember"/>
                <a:cs typeface="Amazon Ember"/>
              </a:rPr>
              <a:t>How do we optimize &amp; monitor?</a:t>
            </a:r>
            <a:endParaRPr sz="1400"/>
          </a:p>
        </p:txBody>
      </p:sp>
      <p:sp>
        <p:nvSpPr>
          <p:cNvPr id="42" name="Text 15">
            <a:extLst xmlns:a="http://schemas.openxmlformats.org/drawingml/2006/main">
              <a:ext uri="{FF2B5EF4-FFF2-40B4-BE49-F238E27FC236}">
                <a16:creationId xmlns:a16="http://schemas.microsoft.com/office/drawing/2014/main" id="{7AA3AD2D-F4C9-8C69-8F89-679660EEB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053" y="3577322"/>
            <a:ext cx="27432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Online and offline evaluation</a:t>
            </a:r>
            <a:endParaRPr sz="1300"/>
          </a:p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Continuous regression testing</a:t>
            </a:r>
            <a:endParaRPr sz="1300"/>
          </a:p>
          <a:p xmlns:a="http://schemas.openxmlformats.org/drawingml/2006/main">
            <a:pPr marL="342900" indent="-342900">
              <a:lnSpc>
                <a:spcPts val="1900"/>
              </a:lnSpc>
              <a:buSzPct val="100000"/>
              <a:buChar char="•"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Cost/latency optimization loops</a:t>
            </a:r>
            <a:endParaRPr sz="1300"/>
          </a:p>
        </p:txBody>
      </p:sp>
      <p:sp>
        <p:nvSpPr>
          <p:cNvPr id="43" name="Shape 16">
            <a:extLst xmlns:a="http://schemas.openxmlformats.org/drawingml/2006/main">
              <a:ext uri="{FF2B5EF4-FFF2-40B4-BE49-F238E27FC236}">
                <a16:creationId xmlns:a16="http://schemas.microsoft.com/office/drawing/2014/main" id="{66B8F508-6218-1CF6-D02A-E95224200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88952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4" name="Text 17">
            <a:extLst xmlns:a="http://schemas.openxmlformats.org/drawingml/2006/main">
              <a:ext uri="{FF2B5EF4-FFF2-40B4-BE49-F238E27FC236}">
                <a16:creationId xmlns:a16="http://schemas.microsoft.com/office/drawing/2014/main" id="{31858F31-540B-4E32-D466-11433D29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324" y="6332220"/>
            <a:ext cx="12188951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232F3E"/>
                </a:solidFill>
                <a:latin typeface="Amazon Ember"/>
                <a:ea typeface="Amazon Ember"/>
                <a:cs typeface="Amazon Ember"/>
              </a:rPr>
              <a:t>Evaluations should be designed to find errors. Calculating a score is not enough. Create a loop to feed insights back into the system design.</a:t>
            </a:r>
            <a:endParaRPr sz="16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49" name="Rounded Rectangle 48">
            <a:extLst xmlns:a="http://schemas.openxmlformats.org/drawingml/2006/main">
              <a:ext uri="{FF2B5EF4-FFF2-40B4-BE49-F238E27FC236}">
                <a16:creationId xmlns:a16="http://schemas.microsoft.com/office/drawing/2014/main" id="{1D78DD71-CFA1-6C8D-2F2A-3105369FC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0634" y="5775672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28554311-2268-E878-2ED9-8875AD7A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197" y="5780413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40DF428F-1C8A-6486-E124-41E3EEC27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197" y="5542669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C6A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EC228A29-9C32-F42C-30FF-656A2CEB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5197" y="5304925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95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Rounded Rectangle 52">
            <a:extLst xmlns:a="http://schemas.openxmlformats.org/drawingml/2006/main">
              <a:ext uri="{FF2B5EF4-FFF2-40B4-BE49-F238E27FC236}">
                <a16:creationId xmlns:a16="http://schemas.microsoft.com/office/drawing/2014/main" id="{423FDCB9-1627-C970-7458-CD145D4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973" y="5725549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A3892944-2F9C-89D9-4424-594830767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973" y="5487805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CC6A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Rounded Rectangle 54">
            <a:extLst xmlns:a="http://schemas.openxmlformats.org/drawingml/2006/main">
              <a:ext uri="{FF2B5EF4-FFF2-40B4-BE49-F238E27FC236}">
                <a16:creationId xmlns:a16="http://schemas.microsoft.com/office/drawing/2014/main" id="{431C2B11-CFD8-9734-057F-2B199B11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973" y="5250061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995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9DF0D26A-E6E8-30FB-8AC3-E834C9C8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973" y="5012316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663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FD2679C4-4D8F-E18C-4E7E-38B2A61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0973" y="4774573"/>
            <a:ext cx="1828800" cy="1828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D28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8" name="Right Arrow 57">
            <a:extLst xmlns:a="http://schemas.openxmlformats.org/drawingml/2006/main">
              <a:ext uri="{FF2B5EF4-FFF2-40B4-BE49-F238E27FC236}">
                <a16:creationId xmlns:a16="http://schemas.microsoft.com/office/drawing/2014/main" id="{2E0801A0-D980-6769-3826-0A278502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7854" y="5428199"/>
            <a:ext cx="411480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9" name="Right Arrow 58">
            <a:extLst xmlns:a="http://schemas.openxmlformats.org/drawingml/2006/main">
              <a:ext uri="{FF2B5EF4-FFF2-40B4-BE49-F238E27FC236}">
                <a16:creationId xmlns:a16="http://schemas.microsoft.com/office/drawing/2014/main" id="{E3B6BF7D-3DBF-2CCA-93FA-4313FE2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7973" y="5407710"/>
            <a:ext cx="411480" cy="201168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8D33B372-E776-22EA-6F57-E2578CD4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5576" y="5961845"/>
            <a:ext cx="3110153" cy="569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lvl="0" algn="l">
              <a:buNone/>
            </a:pPr>
            <a:r>
              <a:rPr sz="1300" b="0" i="0" u="none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Targeted growth of evaluation dataset</a:t>
            </a:r>
            <a:r>
              <a:rPr sz="1300" b="0" i="0">
                <a:solidFill>
                  <a:srgbClr val="FFFFFF"/>
                </a:solidFill>
                <a:latin typeface="Amazon Ember"/>
                <a:ea typeface="Amazon Ember"/>
                <a:cs typeface="Amazon Ember"/>
              </a:rPr>
              <a:t>​</a:t>
            </a:r>
            <a:endParaRPr/>
          </a:p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73A49C99-582B-A45A-42F7-462D192A6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898" y="5960564"/>
            <a:ext cx="2154809" cy="569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Create evaluation dataset</a:t>
            </a:r>
            <a:endParaRPr sz="130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B85922C-1F63-B4BD-98F2-08FBB132C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4273" y="5961845"/>
            <a:ext cx="2814450" cy="5693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Comprehensive evaluation dataset</a:t>
            </a:r>
            <a:endParaRPr/>
          </a:p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905EBC-864A-35A3-CD60-63D6C989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5" y="5578523"/>
            <a:ext cx="1410269" cy="76944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rot="0" spcFirstLastPara="0" vert="horz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Evaluation Dataset Growth</a:t>
            </a:r>
            <a:endParaRPr/>
          </a:p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236121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hape 0">
            <a:extLst xmlns:a="http://schemas.openxmlformats.org/drawingml/2006/main">
              <a:ext uri="{FF2B5EF4-FFF2-40B4-BE49-F238E27FC236}">
                <a16:creationId xmlns:a16="http://schemas.microsoft.com/office/drawing/2014/main" id="{4CA05250-F094-7225-F014-1BABE2510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0"/>
            <a:ext cx="597103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Shape 1">
            <a:extLst xmlns:a="http://schemas.openxmlformats.org/drawingml/2006/main">
              <a:ext uri="{FF2B5EF4-FFF2-40B4-BE49-F238E27FC236}">
                <a16:creationId xmlns:a16="http://schemas.microsoft.com/office/drawing/2014/main" id="{7DAEB0AB-B7E9-1C36-3C5A-D1D8ECDAE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"/>
            <a:ext cx="12188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">
            <a:extLst xmlns:a="http://schemas.openxmlformats.org/drawingml/2006/main">
              <a:ext uri="{FF2B5EF4-FFF2-40B4-BE49-F238E27FC236}">
                <a16:creationId xmlns:a16="http://schemas.microsoft.com/office/drawing/2014/main" id="{4BDDD859-8F5B-9F6E-B44E-5344B842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45720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METHODOLOGY</a:t>
            </a:r>
            <a:endParaRPr sz="1400"/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EAD2D9D3-E1CD-7FAB-6552-5D2A1053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50292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>
              <a:lnSpc>
                <a:spcPts val="4400"/>
              </a:lnSpc>
              <a:buNone/>
            </a:pPr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Understanding the Errors</a:t>
            </a:r>
            <a:endParaRPr/>
          </a:p>
        </p:txBody>
      </p:sp>
      <p:sp>
        <p:nvSpPr>
          <p:cNvPr id="28" name="Text 4">
            <a:extLst xmlns:a="http://schemas.openxmlformats.org/drawingml/2006/main">
              <a:ext uri="{FF2B5EF4-FFF2-40B4-BE49-F238E27FC236}">
                <a16:creationId xmlns:a16="http://schemas.microsoft.com/office/drawing/2014/main" id="{9FE91323-D3BD-D6E7-414C-03CE857CC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377440"/>
            <a:ext cx="5029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The most important activity in evaluations is deciding what evals to write in the first place.</a:t>
            </a:r>
            <a:endParaRPr sz="1500"/>
          </a:p>
        </p:txBody>
      </p:sp>
      <p:sp>
        <p:nvSpPr>
          <p:cNvPr id="29" name="Text 5">
            <a:extLst xmlns:a="http://schemas.openxmlformats.org/drawingml/2006/main">
              <a:ext uri="{FF2B5EF4-FFF2-40B4-BE49-F238E27FC236}">
                <a16:creationId xmlns:a16="http://schemas.microsoft.com/office/drawing/2014/main" id="{5DD99EA8-EF97-6213-EBF3-BE57B3174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1089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HOW TO APPROACH</a:t>
            </a:r>
            <a:endParaRPr sz="1200"/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2F9D8301-7384-6220-61B0-48ADE231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50292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Identify failure modes unique to your application and data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Reveal whether the model, prompt, or retrieval is the bottleneck</a:t>
            </a:r>
            <a:endParaRPr sz="1400"/>
          </a:p>
          <a:p xmlns:a="http://schemas.openxmlformats.org/drawingml/2006/main">
            <a:pPr marL="342900" indent="-342900">
              <a:lnSpc>
                <a:spcPts val="2200"/>
              </a:lnSpc>
              <a:buSzPct val="100000"/>
              <a:buChar char="•"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Focus on the first failure in each trace</a:t>
            </a:r>
            <a:endParaRPr sz="1400"/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CACC5FC7-1367-746F-AF56-A7D7DFC1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5720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 spc="2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THE PROCESS</a:t>
            </a:r>
            <a:endParaRPr sz="1200"/>
          </a:p>
        </p:txBody>
      </p:sp>
      <p:sp>
        <p:nvSpPr>
          <p:cNvPr id="32" name="Shape 8">
            <a:extLst xmlns:a="http://schemas.openxmlformats.org/drawingml/2006/main">
              <a:ext uri="{FF2B5EF4-FFF2-40B4-BE49-F238E27FC236}">
                <a16:creationId xmlns:a16="http://schemas.microsoft.com/office/drawing/2014/main" id="{F3A657D6-15E9-3740-5129-79B05119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005840"/>
            <a:ext cx="502920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2A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Text 9">
            <a:extLst xmlns:a="http://schemas.openxmlformats.org/drawingml/2006/main">
              <a:ext uri="{FF2B5EF4-FFF2-40B4-BE49-F238E27FC236}">
                <a16:creationId xmlns:a16="http://schemas.microsoft.com/office/drawing/2014/main" id="{6372D2A5-30A4-7B6F-0E9C-05437D40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23444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01</a:t>
            </a:r>
            <a:endParaRPr sz="1600"/>
          </a:p>
        </p:txBody>
      </p:sp>
      <p:sp>
        <p:nvSpPr>
          <p:cNvPr id="34" name="Text 10">
            <a:extLst xmlns:a="http://schemas.openxmlformats.org/drawingml/2006/main">
              <a:ext uri="{FF2B5EF4-FFF2-40B4-BE49-F238E27FC236}">
                <a16:creationId xmlns:a16="http://schemas.microsoft.com/office/drawing/2014/main" id="{7DDB8729-C27C-233B-AB0D-0E02762D1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14300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Create a Dataset</a:t>
            </a:r>
            <a:endParaRPr sz="1600"/>
          </a:p>
        </p:txBody>
      </p:sp>
      <p:sp>
        <p:nvSpPr>
          <p:cNvPr id="35" name="Text 11">
            <a:extLst xmlns:a="http://schemas.openxmlformats.org/drawingml/2006/main">
              <a:ext uri="{FF2B5EF4-FFF2-40B4-BE49-F238E27FC236}">
                <a16:creationId xmlns:a16="http://schemas.microsoft.com/office/drawing/2014/main" id="{70EF40BF-5F68-7B58-2984-F7DC24E38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150876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Gather 50–100 representative traces from your application</a:t>
            </a:r>
            <a:endParaRPr sz="1300"/>
          </a:p>
        </p:txBody>
      </p:sp>
      <p:sp>
        <p:nvSpPr>
          <p:cNvPr id="36" name="Shape 12">
            <a:extLst xmlns:a="http://schemas.openxmlformats.org/drawingml/2006/main">
              <a:ext uri="{FF2B5EF4-FFF2-40B4-BE49-F238E27FC236}">
                <a16:creationId xmlns:a16="http://schemas.microsoft.com/office/drawing/2014/main" id="{DE50D7FB-87C7-5C93-6F68-DC6FDFBD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331720"/>
            <a:ext cx="502920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2A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64DEF6EA-411E-CCFA-5953-C52BA4E75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25603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02</a:t>
            </a:r>
            <a:endParaRPr sz="1600"/>
          </a:p>
        </p:txBody>
      </p:sp>
      <p:sp>
        <p:nvSpPr>
          <p:cNvPr id="38" name="Text 14">
            <a:extLst xmlns:a="http://schemas.openxmlformats.org/drawingml/2006/main">
              <a:ext uri="{FF2B5EF4-FFF2-40B4-BE49-F238E27FC236}">
                <a16:creationId xmlns:a16="http://schemas.microsoft.com/office/drawing/2014/main" id="{2652AFBC-2F81-9C4D-46FD-D00D89C6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46888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Review the Errors</a:t>
            </a:r>
            <a:endParaRPr/>
          </a:p>
        </p:txBody>
      </p:sp>
      <p:sp>
        <p:nvSpPr>
          <p:cNvPr id="39" name="Text 15">
            <a:extLst xmlns:a="http://schemas.openxmlformats.org/drawingml/2006/main">
              <a:ext uri="{FF2B5EF4-FFF2-40B4-BE49-F238E27FC236}">
                <a16:creationId xmlns:a16="http://schemas.microsoft.com/office/drawing/2014/main" id="{4723F12D-AA14-9CCC-EFB2-81B879BA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283464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Review traces and write open-ended notes on what went wrong</a:t>
            </a:r>
            <a:endParaRPr sz="1300"/>
          </a:p>
        </p:txBody>
      </p:sp>
      <p:sp>
        <p:nvSpPr>
          <p:cNvPr id="40" name="Shape 16">
            <a:extLst xmlns:a="http://schemas.openxmlformats.org/drawingml/2006/main">
              <a:ext uri="{FF2B5EF4-FFF2-40B4-BE49-F238E27FC236}">
                <a16:creationId xmlns:a16="http://schemas.microsoft.com/office/drawing/2014/main" id="{0A75CAE0-6270-A6F6-8E4E-520D2B96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57600"/>
            <a:ext cx="502920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2A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Text 17">
            <a:extLst xmlns:a="http://schemas.openxmlformats.org/drawingml/2006/main">
              <a:ext uri="{FF2B5EF4-FFF2-40B4-BE49-F238E27FC236}">
                <a16:creationId xmlns:a16="http://schemas.microsoft.com/office/drawing/2014/main" id="{836E3409-D34A-F718-B089-610B1CF61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38862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03</a:t>
            </a:r>
            <a:endParaRPr sz="1600"/>
          </a:p>
        </p:txBody>
      </p:sp>
      <p:sp>
        <p:nvSpPr>
          <p:cNvPr id="42" name="Text 18">
            <a:extLst xmlns:a="http://schemas.openxmlformats.org/drawingml/2006/main">
              <a:ext uri="{FF2B5EF4-FFF2-40B4-BE49-F238E27FC236}">
                <a16:creationId xmlns:a16="http://schemas.microsoft.com/office/drawing/2014/main" id="{851097FD-569F-455C-5DA7-D2AD846ED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379476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Group the Errors</a:t>
            </a:r>
            <a:endParaRPr/>
          </a:p>
        </p:txBody>
      </p:sp>
      <p:sp>
        <p:nvSpPr>
          <p:cNvPr id="43" name="Text 19">
            <a:extLst xmlns:a="http://schemas.openxmlformats.org/drawingml/2006/main">
              <a:ext uri="{FF2B5EF4-FFF2-40B4-BE49-F238E27FC236}">
                <a16:creationId xmlns:a16="http://schemas.microsoft.com/office/drawing/2014/main" id="{9DF1C561-21D9-2C21-F3AE-B0989295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416052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What patterns are emerging?</a:t>
            </a:r>
            <a:endParaRPr/>
          </a:p>
        </p:txBody>
      </p:sp>
      <p:sp>
        <p:nvSpPr>
          <p:cNvPr id="44" name="Shape 20">
            <a:extLst xmlns:a="http://schemas.openxmlformats.org/drawingml/2006/main">
              <a:ext uri="{FF2B5EF4-FFF2-40B4-BE49-F238E27FC236}">
                <a16:creationId xmlns:a16="http://schemas.microsoft.com/office/drawing/2014/main" id="{5128DF15-D038-15C8-D691-8F36EFF4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983480"/>
            <a:ext cx="5029200" cy="109728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1E2A3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Text 21">
            <a:extLst xmlns:a="http://schemas.openxmlformats.org/drawingml/2006/main">
              <a:ext uri="{FF2B5EF4-FFF2-40B4-BE49-F238E27FC236}">
                <a16:creationId xmlns:a16="http://schemas.microsoft.com/office/drawing/2014/main" id="{A07CCBA5-3C2C-B9E0-C86C-E1D86227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21208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04</a:t>
            </a:r>
            <a:endParaRPr sz="1600"/>
          </a:p>
        </p:txBody>
      </p:sp>
      <p:sp>
        <p:nvSpPr>
          <p:cNvPr id="46" name="Text 22">
            <a:extLst xmlns:a="http://schemas.openxmlformats.org/drawingml/2006/main">
              <a:ext uri="{FF2B5EF4-FFF2-40B4-BE49-F238E27FC236}">
                <a16:creationId xmlns:a16="http://schemas.microsoft.com/office/drawing/2014/main" id="{C6C34C26-80ED-19E5-387A-B47E2048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12064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Iterate</a:t>
            </a:r>
            <a:endParaRPr sz="1600"/>
          </a:p>
        </p:txBody>
      </p:sp>
      <p:sp>
        <p:nvSpPr>
          <p:cNvPr id="47" name="Text 23">
            <a:extLst xmlns:a="http://schemas.openxmlformats.org/drawingml/2006/main">
              <a:ext uri="{FF2B5EF4-FFF2-40B4-BE49-F238E27FC236}">
                <a16:creationId xmlns:a16="http://schemas.microsoft.com/office/drawing/2014/main" id="{9C926F27-80E1-4102-D06C-D96231AB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0" y="5486400"/>
            <a:ext cx="38404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Keep reviewing until no new failure modes emerge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8577788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B36916DC-33E9-161A-ACB1-C33E90FF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80676A0-4CBB-6B5C-6B71-29CDFF6D1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LLM-AS-A-JUDGE</a:t>
            </a:r>
            <a:endParaRPr sz="14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8C733EAC-A4C7-FB13-C118-10305AF3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LLM-as-a-Judge Basics</a:t>
            </a:r>
            <a:endParaRPr sz="36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B5AD3059-A74F-B620-AB41-B2471C34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2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F8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A8D23B58-F2AD-1EFE-ECB4-51FFC3E5C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023281"/>
            <a:ext cx="9530686" cy="39987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Use a language model to evaluate another model's output against a </a:t>
            </a:r>
            <a:r>
              <a:rPr sz="1600" b="1" i="1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human-reviewed</a:t>
            </a:r>
            <a:r>
              <a:rPr sz="1600" b="1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 </a:t>
            </a: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gold standard.</a:t>
            </a:r>
            <a:endParaRPr sz="16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F2AE098D-E06D-D9E5-B632-4432FDDE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34640"/>
            <a:ext cx="260604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9E3FA5C0-782E-800A-848F-51931B22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017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1</a:t>
            </a:r>
            <a:endParaRPr sz="20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B4BD7408-9708-D13C-1423-614A003C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06324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Gold Standard Set</a:t>
            </a:r>
            <a:endParaRPr sz="16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53D214EE-6C81-7A60-0BEF-FDBA1992D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749040"/>
            <a:ext cx="21945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100+ input/output pairs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defining expected results</a:t>
            </a:r>
            <a:endParaRPr sz="14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F1F81240-9B5A-6031-CD19-25D13E989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834640"/>
            <a:ext cx="260604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F4A7B346-E5DE-C14F-2918-3A1C2BA04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017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2</a:t>
            </a:r>
            <a:endParaRPr sz="2000"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B28A2B85-4815-409F-F872-70E0F6B7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306324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Generate Response</a:t>
            </a:r>
            <a:endParaRPr sz="1600"/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E1ADCD74-2CA7-8165-985B-B8E084AA9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3749040"/>
            <a:ext cx="21945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Run input through your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GenAI pipeline</a:t>
            </a:r>
            <a:endParaRPr sz="1400"/>
          </a:p>
        </p:txBody>
      </p:sp>
      <p:sp>
        <p:nvSpPr>
          <p:cNvPr id="16" name="Shape 13">
            <a:extLst xmlns:a="http://schemas.openxmlformats.org/drawingml/2006/main">
              <a:ext uri="{FF2B5EF4-FFF2-40B4-BE49-F238E27FC236}">
                <a16:creationId xmlns:a16="http://schemas.microsoft.com/office/drawing/2014/main" id="{C3B74573-87DD-AC70-6E96-A591694F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834640"/>
            <a:ext cx="260604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D87F17B7-A267-1D34-9EAA-8E0E3651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17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3</a:t>
            </a:r>
            <a:endParaRPr sz="2000"/>
          </a:p>
        </p:txBody>
      </p:sp>
      <p:sp>
        <p:nvSpPr>
          <p:cNvPr id="18" name="Text 15">
            <a:extLst xmlns:a="http://schemas.openxmlformats.org/drawingml/2006/main">
              <a:ext uri="{FF2B5EF4-FFF2-40B4-BE49-F238E27FC236}">
                <a16:creationId xmlns:a16="http://schemas.microsoft.com/office/drawing/2014/main" id="{5CDF35C8-101F-628F-426E-814C5DEE6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0880" y="306324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Judge Evaluates</a:t>
            </a:r>
            <a:endParaRPr sz="1600"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CB3C215E-07F0-D3ED-7995-83693C7F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9040"/>
            <a:ext cx="21945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LLM compares output to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gold standard with rubric</a:t>
            </a:r>
            <a:endParaRPr sz="1400"/>
          </a:p>
        </p:txBody>
      </p:sp>
      <p:sp>
        <p:nvSpPr>
          <p:cNvPr id="20" name="Shape 17">
            <a:extLst xmlns:a="http://schemas.openxmlformats.org/drawingml/2006/main">
              <a:ext uri="{FF2B5EF4-FFF2-40B4-BE49-F238E27FC236}">
                <a16:creationId xmlns:a16="http://schemas.microsoft.com/office/drawing/2014/main" id="{44558436-D151-A91F-F6DE-30D17F460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834640"/>
            <a:ext cx="2606040" cy="2377440"/>
          </a:xfrm>
          <a:prstGeom xmlns:a="http://schemas.openxmlformats.org/drawingml/2006/main" prst="roundRect">
            <a:avLst>
              <a:gd name="adj" fmla="val 3846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80B0B80D-0946-3E6B-D06A-F58A5FB2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01752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4</a:t>
            </a:r>
            <a:endParaRPr sz="2000"/>
          </a:p>
        </p:txBody>
      </p:sp>
      <p:sp>
        <p:nvSpPr>
          <p:cNvPr id="22" name="Text 19">
            <a:extLst xmlns:a="http://schemas.openxmlformats.org/drawingml/2006/main">
              <a:ext uri="{FF2B5EF4-FFF2-40B4-BE49-F238E27FC236}">
                <a16:creationId xmlns:a16="http://schemas.microsoft.com/office/drawing/2014/main" id="{AA8F2681-40B1-CA6A-2AA3-DA16F91A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0" y="3063240"/>
            <a:ext cx="15544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Score + Reasoning</a:t>
            </a:r>
            <a:endParaRPr sz="1600"/>
          </a:p>
        </p:txBody>
      </p:sp>
      <p:sp>
        <p:nvSpPr>
          <p:cNvPr id="23" name="Text 20">
            <a:extLst xmlns:a="http://schemas.openxmlformats.org/drawingml/2006/main">
              <a:ext uri="{FF2B5EF4-FFF2-40B4-BE49-F238E27FC236}">
                <a16:creationId xmlns:a16="http://schemas.microsoft.com/office/drawing/2014/main" id="{0172FAF1-939C-EC00-2B1B-42D7E4D9C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3749040"/>
            <a:ext cx="219456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Binary pass/fail with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explanation of failures</a:t>
            </a:r>
            <a:endParaRPr sz="1400"/>
          </a:p>
        </p:txBody>
      </p:sp>
      <p:sp>
        <p:nvSpPr>
          <p:cNvPr id="24" name="Shape 21">
            <a:extLst xmlns:a="http://schemas.openxmlformats.org/drawingml/2006/main">
              <a:ext uri="{FF2B5EF4-FFF2-40B4-BE49-F238E27FC236}">
                <a16:creationId xmlns:a16="http://schemas.microsoft.com/office/drawing/2014/main" id="{78215F00-A1D9-57AB-508F-DFFD2244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2336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50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hape 22">
            <a:extLst xmlns:a="http://schemas.openxmlformats.org/drawingml/2006/main">
              <a:ext uri="{FF2B5EF4-FFF2-40B4-BE49-F238E27FC236}">
                <a16:creationId xmlns:a16="http://schemas.microsoft.com/office/drawing/2014/main" id="{8F327212-D652-5EAE-116D-F08008F19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0760" y="402336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50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hape 23">
            <a:extLst xmlns:a="http://schemas.openxmlformats.org/drawingml/2006/main">
              <a:ext uri="{FF2B5EF4-FFF2-40B4-BE49-F238E27FC236}">
                <a16:creationId xmlns:a16="http://schemas.microsoft.com/office/drawing/2014/main" id="{625504F4-9423-A132-4595-D45AB14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023360"/>
            <a:ext cx="2743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FF8500"/>
            </a:solidFill>
            <a:prstDash val="solid"/>
            <a:tailEnd type="triangle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hape 24">
            <a:extLst xmlns:a="http://schemas.openxmlformats.org/drawingml/2006/main">
              <a:ext uri="{FF2B5EF4-FFF2-40B4-BE49-F238E27FC236}">
                <a16:creationId xmlns:a16="http://schemas.microsoft.com/office/drawing/2014/main" id="{3F03C5C0-53DC-627B-DA4E-647F437F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7840"/>
            <a:ext cx="11274552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hape 25">
            <a:extLst xmlns:a="http://schemas.openxmlformats.org/drawingml/2006/main">
              <a:ext uri="{FF2B5EF4-FFF2-40B4-BE49-F238E27FC236}">
                <a16:creationId xmlns:a16="http://schemas.microsoft.com/office/drawing/2014/main" id="{7A80E2BE-5F10-3F4E-04CF-10DE60399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77840"/>
            <a:ext cx="73152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Text 26">
            <a:extLst xmlns:a="http://schemas.openxmlformats.org/drawingml/2006/main">
              <a:ext uri="{FF2B5EF4-FFF2-40B4-BE49-F238E27FC236}">
                <a16:creationId xmlns:a16="http://schemas.microsoft.com/office/drawing/2014/main" id="{C3EA35E9-F6A0-C291-FA92-A168D05E3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623560"/>
            <a:ext cx="1065276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 i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GenAI evals produce reasoning, not just scores. </a:t>
            </a:r>
          </a:p>
          <a:p xmlns:a="http://schemas.openxmlformats.org/drawingml/2006/main">
            <a:r>
              <a:rPr sz="1500" b="1" i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Calibrate with human review, use binary questions to maximize accuracy, and always inspect the judge's reasoning.</a:t>
            </a:r>
            <a:endParaRPr sz="1500">
              <a:latin typeface="Amazon Ember"/>
              <a:ea typeface="Amazon Ember"/>
              <a:cs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613712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C9FFA10-2F1C-B9B0-7EAB-9FB18C4F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LLM-AS-A-JUDGE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0AC9C97-AAAA-301D-7FA0-C8616FAFC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Building Your Gold Standard Dataset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0648E25D-1098-EBF7-AE20-EEE4226A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The gold standard dataset is the backbone of every evaluation. Here's how to build one.</a:t>
            </a:r>
            <a:endParaRPr sz="16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A41FB79-BB5C-FA26-5EC0-1355F03A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3" y="2441096"/>
            <a:ext cx="10360152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A0532D7A-338C-F5BA-C130-8A858824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3" y="2441096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6EAFB22D-8579-129A-B9D7-027BECE8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93" y="2532536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Input/output pairs for each step</a:t>
            </a:r>
            <a:endParaRPr sz="1500"/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74A53BD1-D610-4AAD-7602-35984F58F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93" y="2825144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Build separate datasets per pipeline stage rather than  evaluating end-to-end only.</a:t>
            </a:r>
            <a:endParaRPr sz="13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F0EB970-C37E-E21F-2E0A-B5840626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3" y="3446936"/>
            <a:ext cx="10360152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Shape 8">
            <a:extLst xmlns:a="http://schemas.openxmlformats.org/drawingml/2006/main">
              <a:ext uri="{FF2B5EF4-FFF2-40B4-BE49-F238E27FC236}">
                <a16:creationId xmlns:a16="http://schemas.microsoft.com/office/drawing/2014/main" id="{2E51C4B4-D810-5598-4FAA-EE29A87F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3" y="3446936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FF1FDCDD-03EF-20AF-92E2-1AED6D590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93" y="3538376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100+ test cases minimum</a:t>
            </a:r>
            <a:endParaRPr sz="1500"/>
          </a:p>
        </p:txBody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0D5D066D-8193-F406-3150-993C22E67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93" y="3830984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Add data for known failure states. Edge cases may only need 3–5 examples.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0775F6B1-DDC6-458B-9B61-FB8665682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3" y="4452776"/>
            <a:ext cx="10360152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Shape 12">
            <a:extLst xmlns:a="http://schemas.openxmlformats.org/drawingml/2006/main">
              <a:ext uri="{FF2B5EF4-FFF2-40B4-BE49-F238E27FC236}">
                <a16:creationId xmlns:a16="http://schemas.microsoft.com/office/drawing/2014/main" id="{75829F6E-196B-46A0-4C17-F1AD03C2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3" y="4452776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B2D64622-B1E6-B937-F884-032E0A81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93" y="4544216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Include negative intent examples</a:t>
            </a:r>
            <a:endParaRPr sz="15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25444896-A0EE-347C-10EF-ADC8B4F79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93" y="4836824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Test adversarial inputs (users who intentionally try to abuse or break the system)</a:t>
            </a:r>
            <a:endParaRPr sz="13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40696A86-DD5D-CAFA-80E5-1C591FB9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3" y="5458616"/>
            <a:ext cx="10360152" cy="77724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0E40D29-FDF1-EBD6-3095-8E8F67781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033" y="5458616"/>
            <a:ext cx="73152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Text 17">
            <a:extLst xmlns:a="http://schemas.openxmlformats.org/drawingml/2006/main">
              <a:ext uri="{FF2B5EF4-FFF2-40B4-BE49-F238E27FC236}">
                <a16:creationId xmlns:a16="http://schemas.microsoft.com/office/drawing/2014/main" id="{BA266459-96D2-D65F-C4AB-8707B621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93" y="5550056"/>
            <a:ext cx="4114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Grow with user feedback</a:t>
            </a:r>
            <a:endParaRPr sz="1500"/>
          </a:p>
        </p:txBody>
      </p:sp>
      <p:sp>
        <p:nvSpPr>
          <p:cNvPr id="21" name="Text 18">
            <a:extLst xmlns:a="http://schemas.openxmlformats.org/drawingml/2006/main">
              <a:ext uri="{FF2B5EF4-FFF2-40B4-BE49-F238E27FC236}">
                <a16:creationId xmlns:a16="http://schemas.microsoft.com/office/drawing/2014/main" id="{AC998550-2936-F8C6-9E80-81B31588D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793" y="5842664"/>
            <a:ext cx="96012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Add real failure cases as they surface in production. Your dataset is never finished.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8862815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42CE224-3A7A-BCD5-536C-0D581713E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LLM-AS-A-JUDGE</a:t>
            </a:r>
            <a:endParaRPr sz="14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772962F-9F8E-B02D-258F-E1037F1D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Use Binary Pass/Fail, Not Scales</a:t>
            </a:r>
            <a:endParaRPr sz="36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C6F90BF0-74F3-A144-E1D8-EAC67829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28800"/>
            <a:ext cx="9144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i="1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Example result to evaluate: "A spider has 7 legs, no wings, and spins webs."</a:t>
            </a:r>
            <a:endParaRPr sz="1500"/>
          </a:p>
        </p:txBody>
      </p:sp>
      <p:sp>
        <p:nvSpPr>
          <p:cNvPr id="6" name="Shape 3">
            <a:extLst xmlns:a="http://schemas.openxmlformats.org/drawingml/2006/main">
              <a:ext uri="{FF2B5EF4-FFF2-40B4-BE49-F238E27FC236}">
                <a16:creationId xmlns:a16="http://schemas.microsoft.com/office/drawing/2014/main" id="{14A7CA37-E529-B9DD-454F-A70C25253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5303520" cy="347472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4">
            <a:extLst xmlns:a="http://schemas.openxmlformats.org/drawingml/2006/main">
              <a:ext uri="{FF2B5EF4-FFF2-40B4-BE49-F238E27FC236}">
                <a16:creationId xmlns:a16="http://schemas.microsoft.com/office/drawing/2014/main" id="{DBAE008B-627C-4831-9A8E-93F15C7B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560320"/>
            <a:ext cx="530352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FADFD897-B143-A9C2-AB6C-2FA144B6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27432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✅  </a:t>
            </a:r>
            <a:r>
              <a:rPr b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GOOD: Binary</a:t>
            </a:r>
            <a:r>
              <a:rPr sz="1800" b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 Questions</a:t>
            </a:r>
            <a:endParaRPr sz="18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FA2A8826-FCCA-0AFD-8E1F-394A68390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00400"/>
            <a:ext cx="4754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Based on the result, respond to each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question with yes or no:</a:t>
            </a:r>
            <a:endParaRPr sz="1400"/>
          </a:p>
        </p:txBody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9871006D-1E7C-A5B4-5D94-1049023E2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47548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400"/>
              </a:lnSpc>
              <a:buSzPct val="100000"/>
              <a:buChar char="•"/>
            </a:pPr>
            <a:r>
              <a:rPr sz="140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Is the number of legs correct?</a:t>
            </a:r>
            <a:endParaRPr sz="1400"/>
          </a:p>
          <a:p xmlns:a="http://schemas.openxmlformats.org/drawingml/2006/main">
            <a:pPr marL="342900" indent="-342900">
              <a:lnSpc>
                <a:spcPts val="2400"/>
              </a:lnSpc>
              <a:buSzPct val="100000"/>
              <a:buChar char="•"/>
            </a:pPr>
            <a:r>
              <a:rPr sz="140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Is the number of wings correct?</a:t>
            </a:r>
            <a:endParaRPr sz="1400"/>
          </a:p>
          <a:p xmlns:a="http://schemas.openxmlformats.org/drawingml/2006/main">
            <a:pPr marL="342900" indent="-342900">
              <a:lnSpc>
                <a:spcPts val="2400"/>
              </a:lnSpc>
              <a:buSzPct val="100000"/>
              <a:buChar char="•"/>
            </a:pPr>
            <a:r>
              <a:rPr sz="140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Are webs mentioned?</a:t>
            </a:r>
            <a:endParaRPr sz="14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85B9D0F9-3A88-E89F-775D-57FD0C3D6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3035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Forces clear, decomposed thinking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C13DE7BA-548C-E88C-8B8C-E295D7B9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60320"/>
            <a:ext cx="5303520" cy="3474720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61D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hape 10">
            <a:extLst xmlns:a="http://schemas.openxmlformats.org/drawingml/2006/main">
              <a:ext uri="{FF2B5EF4-FFF2-40B4-BE49-F238E27FC236}">
                <a16:creationId xmlns:a16="http://schemas.microsoft.com/office/drawing/2014/main" id="{94A0FC1A-9EB5-6385-5E8D-9B3619CD1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2560320"/>
            <a:ext cx="530352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C7A89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ext 11">
            <a:extLst xmlns:a="http://schemas.openxmlformats.org/drawingml/2006/main">
              <a:ext uri="{FF2B5EF4-FFF2-40B4-BE49-F238E27FC236}">
                <a16:creationId xmlns:a16="http://schemas.microsoft.com/office/drawing/2014/main" id="{5F0A3947-2A18-AAF2-2195-A7F0AC2B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43200"/>
            <a:ext cx="47548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❌  </a:t>
            </a:r>
            <a:r>
              <a:rPr b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BAD: Scale</a:t>
            </a:r>
            <a:r>
              <a:rPr sz="1800" b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 Rating</a:t>
            </a:r>
            <a:endParaRPr sz="18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689EB486-781D-D182-9F18-3FC75C764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200400"/>
            <a:ext cx="475488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6C7A89"/>
                </a:solidFill>
                <a:latin typeface="Amazon Ember"/>
                <a:ea typeface="Amazon Ember"/>
                <a:cs typeface="Amazon Ember"/>
              </a:rPr>
              <a:t>Based on the result, on a scale of 0 to 5,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6C7A89"/>
                </a:solidFill>
                <a:latin typeface="Amazon Ember"/>
                <a:ea typeface="Amazon Ember"/>
                <a:cs typeface="Amazon Ember"/>
              </a:rPr>
              <a:t>how factually accurate is the result?</a:t>
            </a:r>
            <a:endParaRPr sz="1400"/>
          </a:p>
        </p:txBody>
      </p:sp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DDFC4E86-105B-03F1-DC58-11D06C32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840480"/>
            <a:ext cx="475488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400"/>
              </a:lnSpc>
              <a:buSzPct val="100000"/>
              <a:buChar char="•"/>
            </a:pPr>
            <a:r>
              <a:rPr sz="1400">
                <a:solidFill>
                  <a:srgbClr val="6C7A89"/>
                </a:solidFill>
                <a:latin typeface="Amazon Ember"/>
                <a:ea typeface="Amazon Ember"/>
                <a:cs typeface="Amazon Ember"/>
              </a:rPr>
              <a:t>Subjective! What does a 3 mean?</a:t>
            </a:r>
            <a:endParaRPr sz="1400"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marL="342900" indent="-342900">
              <a:lnSpc>
                <a:spcPts val="2400"/>
              </a:lnSpc>
              <a:buSzPct val="100000"/>
              <a:buChar char="•"/>
            </a:pPr>
            <a:r>
              <a:rPr sz="1400">
                <a:solidFill>
                  <a:srgbClr val="6C7A89"/>
                </a:solidFill>
                <a:latin typeface="Amazon Ember"/>
                <a:ea typeface="Amazon Ember"/>
                <a:cs typeface="Amazon Ember"/>
              </a:rPr>
              <a:t>Forces implicit reasoning</a:t>
            </a:r>
            <a:endParaRPr sz="1400"/>
          </a:p>
          <a:p xmlns:a="http://schemas.openxmlformats.org/drawingml/2006/main">
            <a:pPr marL="342900" indent="-342900">
              <a:lnSpc>
                <a:spcPts val="2400"/>
              </a:lnSpc>
              <a:buSzPct val="100000"/>
              <a:buChar char="•"/>
            </a:pPr>
            <a:r>
              <a:rPr sz="1400">
                <a:solidFill>
                  <a:srgbClr val="6C7A89"/>
                </a:solidFill>
                <a:latin typeface="Amazon Ember"/>
                <a:ea typeface="Amazon Ember"/>
                <a:cs typeface="Amazon Ember"/>
              </a:rPr>
              <a:t>Different judges give different scores</a:t>
            </a:r>
            <a:endParaRPr sz="1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1284A3E3-E9DF-102F-E814-3A9651226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5303520"/>
            <a:ext cx="47548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i="1">
                <a:solidFill>
                  <a:srgbClr val="6C7A89"/>
                </a:solidFill>
                <a:latin typeface="Amazon Ember"/>
                <a:ea typeface="Amazon Ember"/>
                <a:cs typeface="Amazon Ember"/>
              </a:rPr>
              <a:t>Vague, inconsistent, not actionable</a:t>
            </a:r>
            <a:endParaRPr sz="130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D2DFD754-2016-6EE1-A9CC-CA0AD0C5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63640"/>
            <a:ext cx="12188952" cy="5943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6">
            <a:extLst xmlns:a="http://schemas.openxmlformats.org/drawingml/2006/main">
              <a:ext uri="{FF2B5EF4-FFF2-40B4-BE49-F238E27FC236}">
                <a16:creationId xmlns:a16="http://schemas.microsoft.com/office/drawing/2014/main" id="{AA2E5ED1-668F-13F0-3A8E-283520C8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309360"/>
            <a:ext cx="100584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232F3E"/>
                </a:solidFill>
                <a:latin typeface="Amazon Ember"/>
                <a:ea typeface="Amazon Ember"/>
                <a:cs typeface="Amazon Ember"/>
              </a:rPr>
              <a:t>Binary evaluations force clearer thinking and faster decisions. One judge per metric.</a:t>
            </a:r>
            <a:endParaRPr sz="1600"/>
          </a:p>
        </p:txBody>
      </p:sp>
    </p:spTree>
    <p:extLst>
      <p:ext uri="{BB962C8B-B14F-4D97-AF65-F5344CB8AC3E}">
        <p14:creationId xmlns:p14="http://schemas.microsoft.com/office/powerpoint/2010/main" val="186527965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Text 0">
            <a:extLst xmlns:a="http://schemas.openxmlformats.org/drawingml/2006/main">
              <a:ext uri="{FF2B5EF4-FFF2-40B4-BE49-F238E27FC236}">
                <a16:creationId xmlns:a16="http://schemas.microsoft.com/office/drawing/2014/main" id="{E399987C-E2ED-1990-CA12-8730AC78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7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BEST PRACTICES</a:t>
            </a:r>
            <a:endParaRPr sz="1400"/>
          </a:p>
        </p:txBody>
      </p:sp>
      <p:sp>
        <p:nvSpPr>
          <p:cNvPr id="47" name="Text 1">
            <a:extLst xmlns:a="http://schemas.openxmlformats.org/drawingml/2006/main">
              <a:ext uri="{FF2B5EF4-FFF2-40B4-BE49-F238E27FC236}">
                <a16:creationId xmlns:a16="http://schemas.microsoft.com/office/drawing/2014/main" id="{552BD76D-B269-150D-CEB8-524CF1CB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17581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The Best Evaluations Are...</a:t>
            </a:r>
            <a:endParaRPr sz="3600"/>
          </a:p>
        </p:txBody>
      </p:sp>
      <p:sp>
        <p:nvSpPr>
          <p:cNvPr id="48" name="Shape 2">
            <a:extLst xmlns:a="http://schemas.openxmlformats.org/drawingml/2006/main">
              <a:ext uri="{FF2B5EF4-FFF2-40B4-BE49-F238E27FC236}">
                <a16:creationId xmlns:a16="http://schemas.microsoft.com/office/drawing/2014/main" id="{16DB4FE0-1BA1-C2C5-8423-A4646B097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53949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Shape 3">
            <a:extLst xmlns:a="http://schemas.openxmlformats.org/drawingml/2006/main">
              <a:ext uri="{FF2B5EF4-FFF2-40B4-BE49-F238E27FC236}">
                <a16:creationId xmlns:a16="http://schemas.microsoft.com/office/drawing/2014/main" id="{68F991FB-DEC0-8718-1906-5BBA4B6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1737360"/>
            <a:ext cx="7315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76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512f6e389d4a19">
            <a:extLst>
              <a:ext uri="{96DAC541-7B7A-43D3-8B79-37D633B846F1}">
                <asvg:svgBlip xmlns:asvg="http://schemas.microsoft.com/office/drawing/2016/SVG/main" r:embed="R985d995b1d5a415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20116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1" name="Text 4">
            <a:extLst xmlns:a="http://schemas.openxmlformats.org/drawingml/2006/main">
              <a:ext uri="{FF2B5EF4-FFF2-40B4-BE49-F238E27FC236}">
                <a16:creationId xmlns:a16="http://schemas.microsoft.com/office/drawing/2014/main" id="{9CDD3EAD-E252-06EA-8E62-EC9904E3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192024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Fast</a:t>
            </a:r>
            <a:endParaRPr sz="2000"/>
          </a:p>
        </p:txBody>
      </p:sp>
      <p:sp>
        <p:nvSpPr>
          <p:cNvPr id="52" name="Text 5">
            <a:extLst xmlns:a="http://schemas.openxmlformats.org/drawingml/2006/main">
              <a:ext uri="{FF2B5EF4-FFF2-40B4-BE49-F238E27FC236}">
                <a16:creationId xmlns:a16="http://schemas.microsoft.com/office/drawing/2014/main" id="{A99C2F46-1E01-F487-2A2A-B890EDDE4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2377440"/>
            <a:ext cx="4114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Production systems go through 1,000+ iterations.</a:t>
            </a:r>
          </a:p>
          <a:p xmlns:a="http://schemas.openxmlformats.org/drawingml/2006/main">
            <a:pPr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Each iteration should be evaluated.</a:t>
            </a:r>
          </a:p>
          <a:p xmlns:a="http://schemas.openxmlformats.org/drawingml/2006/main">
            <a:pPr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The faster you evaluate, the faster you move through the product development lifecycle.</a:t>
            </a:r>
          </a:p>
        </p:txBody>
      </p:sp>
      <p:sp>
        <p:nvSpPr>
          <p:cNvPr id="53" name="Shape 6">
            <a:extLst xmlns:a="http://schemas.openxmlformats.org/drawingml/2006/main">
              <a:ext uri="{FF2B5EF4-FFF2-40B4-BE49-F238E27FC236}">
                <a16:creationId xmlns:a16="http://schemas.microsoft.com/office/drawing/2014/main" id="{BD91859F-0A79-2CBF-409C-BFE7D1E43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53949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hape 7">
            <a:extLst xmlns:a="http://schemas.openxmlformats.org/drawingml/2006/main">
              <a:ext uri="{FF2B5EF4-FFF2-40B4-BE49-F238E27FC236}">
                <a16:creationId xmlns:a16="http://schemas.microsoft.com/office/drawing/2014/main" id="{EEAA9475-5CE6-8778-1441-73BB3E33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1737360"/>
            <a:ext cx="7315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59E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1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45c7612b94baa">
            <a:extLst>
              <a:ext uri="{96DAC541-7B7A-43D3-8B79-37D633B846F1}">
                <asvg:svgBlip xmlns:asvg="http://schemas.microsoft.com/office/drawing/2016/SVG/main" r:embed="R581ca066d9f84c1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201168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56" name="Text 8">
            <a:extLst xmlns:a="http://schemas.openxmlformats.org/drawingml/2006/main">
              <a:ext uri="{FF2B5EF4-FFF2-40B4-BE49-F238E27FC236}">
                <a16:creationId xmlns:a16="http://schemas.microsoft.com/office/drawing/2014/main" id="{E98F4319-AD39-8F66-5AD0-DE0803DE2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192024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Targeted</a:t>
            </a:r>
            <a:endParaRPr sz="2000"/>
          </a:p>
        </p:txBody>
      </p:sp>
      <p:sp>
        <p:nvSpPr>
          <p:cNvPr id="57" name="Text 9">
            <a:extLst xmlns:a="http://schemas.openxmlformats.org/drawingml/2006/main">
              <a:ext uri="{FF2B5EF4-FFF2-40B4-BE49-F238E27FC236}">
                <a16:creationId xmlns:a16="http://schemas.microsoft.com/office/drawing/2014/main" id="{8D7BB2D4-D467-0698-730C-6AEC32E18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2377440"/>
            <a:ext cx="4114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Design evals to locate problems. Locating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is harder than fixing. Build multiple gold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standard datasets, one per pipeline step.</a:t>
            </a:r>
            <a:endParaRPr sz="1400"/>
          </a:p>
        </p:txBody>
      </p:sp>
      <p:sp>
        <p:nvSpPr>
          <p:cNvPr id="58" name="Shape 10">
            <a:extLst xmlns:a="http://schemas.openxmlformats.org/drawingml/2006/main">
              <a:ext uri="{FF2B5EF4-FFF2-40B4-BE49-F238E27FC236}">
                <a16:creationId xmlns:a16="http://schemas.microsoft.com/office/drawing/2014/main" id="{85C3B138-EB5A-0E9F-2389-2F144B278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53949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Shape 11">
            <a:extLst xmlns:a="http://schemas.openxmlformats.org/drawingml/2006/main">
              <a:ext uri="{FF2B5EF4-FFF2-40B4-BE49-F238E27FC236}">
                <a16:creationId xmlns:a16="http://schemas.microsoft.com/office/drawing/2014/main" id="{96B62E7A-7EA3-3584-DAC0-1F06D7075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114800"/>
            <a:ext cx="7315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EF7D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6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00eae83fa4714">
            <a:extLst>
              <a:ext uri="{96DAC541-7B7A-43D3-8B79-37D633B846F1}">
                <asvg:svgBlip xmlns:asvg="http://schemas.microsoft.com/office/drawing/2016/SVG/main" r:embed="Rb5f14d80cf4640f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8680" y="4389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1" name="Text 12">
            <a:extLst xmlns:a="http://schemas.openxmlformats.org/drawingml/2006/main">
              <a:ext uri="{FF2B5EF4-FFF2-40B4-BE49-F238E27FC236}">
                <a16:creationId xmlns:a16="http://schemas.microsoft.com/office/drawing/2014/main" id="{15C9A6AE-4DE4-D15A-57A1-CC064596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29768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Diverse</a:t>
            </a:r>
            <a:endParaRPr sz="2000"/>
          </a:p>
        </p:txBody>
      </p:sp>
      <p:sp>
        <p:nvSpPr>
          <p:cNvPr id="62" name="Text 13">
            <a:extLst xmlns:a="http://schemas.openxmlformats.org/drawingml/2006/main">
              <a:ext uri="{FF2B5EF4-FFF2-40B4-BE49-F238E27FC236}">
                <a16:creationId xmlns:a16="http://schemas.microsoft.com/office/drawing/2014/main" id="{8AA586FA-47E9-9BD0-41C8-32906C90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4754880"/>
            <a:ext cx="4114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100+ test cases per gold standard set.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Include edge cases (3–5 examples each).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Add negative intent / adversarial examples.</a:t>
            </a:r>
            <a:endParaRPr sz="1400"/>
          </a:p>
        </p:txBody>
      </p:sp>
      <p:sp>
        <p:nvSpPr>
          <p:cNvPr id="63" name="Shape 14">
            <a:extLst xmlns:a="http://schemas.openxmlformats.org/drawingml/2006/main">
              <a:ext uri="{FF2B5EF4-FFF2-40B4-BE49-F238E27FC236}">
                <a16:creationId xmlns:a16="http://schemas.microsoft.com/office/drawing/2014/main" id="{E3E16058-B01C-6409-7EEF-37C9F3471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5394960" cy="210312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Shape 15">
            <a:extLst xmlns:a="http://schemas.openxmlformats.org/drawingml/2006/main">
              <a:ext uri="{FF2B5EF4-FFF2-40B4-BE49-F238E27FC236}">
                <a16:creationId xmlns:a16="http://schemas.microsoft.com/office/drawing/2014/main" id="{6646E988-F54F-373B-9926-EA3172AB9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4114800"/>
            <a:ext cx="73152" cy="21031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6DBA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1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545aecc3341fa">
            <a:extLst>
              <a:ext uri="{96DAC541-7B7A-43D3-8B79-37D633B846F1}">
                <asvg:svgBlip xmlns:asvg="http://schemas.microsoft.com/office/drawing/2016/SVG/main" r:embed="R68c13c82bd4b432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37960" y="438912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6" name="Text 16">
            <a:extLst xmlns:a="http://schemas.openxmlformats.org/drawingml/2006/main">
              <a:ext uri="{FF2B5EF4-FFF2-40B4-BE49-F238E27FC236}">
                <a16:creationId xmlns:a16="http://schemas.microsoft.com/office/drawing/2014/main" id="{D1A1B67F-2B3F-15CB-617C-4761667E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297680"/>
            <a:ext cx="41148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0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Binary</a:t>
            </a:r>
            <a:endParaRPr sz="2000"/>
          </a:p>
        </p:txBody>
      </p:sp>
      <p:sp>
        <p:nvSpPr>
          <p:cNvPr id="67" name="Text 17">
            <a:extLst xmlns:a="http://schemas.openxmlformats.org/drawingml/2006/main">
              <a:ext uri="{FF2B5EF4-FFF2-40B4-BE49-F238E27FC236}">
                <a16:creationId xmlns:a16="http://schemas.microsoft.com/office/drawing/2014/main" id="{D60A9C81-2F94-765E-A94C-2894D18FA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0" y="4754880"/>
            <a:ext cx="4114800" cy="1280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Use pass/fail, not 1–5 scales.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Scales are subjective and force implicit reasoning.</a:t>
            </a:r>
            <a:endParaRPr sz="1400"/>
          </a:p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Binary forces clearer thinking and faster decisions.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10504951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1" name="Shape 0">
            <a:extLst xmlns:a="http://schemas.openxmlformats.org/drawingml/2006/main">
              <a:ext uri="{FF2B5EF4-FFF2-40B4-BE49-F238E27FC236}">
                <a16:creationId xmlns:a16="http://schemas.microsoft.com/office/drawing/2014/main" id="{851648AC-C8EE-98BA-CA77-A65CB7DB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0"/>
            <a:ext cx="560527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2" name="Shape 1">
            <a:extLst xmlns:a="http://schemas.openxmlformats.org/drawingml/2006/main">
              <a:ext uri="{FF2B5EF4-FFF2-40B4-BE49-F238E27FC236}">
                <a16:creationId xmlns:a16="http://schemas.microsoft.com/office/drawing/2014/main" id="{C062B3E6-E51B-AE82-96F4-A84C1B26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"/>
            <a:ext cx="12188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3" name="Text 2">
            <a:extLst xmlns:a="http://schemas.openxmlformats.org/drawingml/2006/main">
              <a:ext uri="{FF2B5EF4-FFF2-40B4-BE49-F238E27FC236}">
                <a16:creationId xmlns:a16="http://schemas.microsoft.com/office/drawing/2014/main" id="{263E1B07-8B24-0954-A48D-FF0FED31C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65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WORKSHOP STRUCTURE</a:t>
            </a:r>
            <a:endParaRPr sz="1300"/>
          </a:p>
        </p:txBody>
      </p:sp>
      <p:sp>
        <p:nvSpPr>
          <p:cNvPr id="104" name="Text 3">
            <a:extLst xmlns:a="http://schemas.openxmlformats.org/drawingml/2006/main">
              <a:ext uri="{FF2B5EF4-FFF2-40B4-BE49-F238E27FC236}">
                <a16:creationId xmlns:a16="http://schemas.microsoft.com/office/drawing/2014/main" id="{C2E88899-E154-A8D2-3B14-05B45DEF2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22960"/>
            <a:ext cx="50292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400"/>
              </a:lnSpc>
              <a:buNone/>
            </a:pPr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Workshop at</a:t>
            </a:r>
            <a:endParaRPr sz="3600"/>
          </a:p>
          <a:p xmlns:a="http://schemas.openxmlformats.org/drawingml/2006/main">
            <a:pPr marL="0" indent="0">
              <a:lnSpc>
                <a:spcPts val="4400"/>
              </a:lnSpc>
              <a:buNone/>
            </a:pPr>
            <a:r>
              <a:rPr sz="3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a Glance</a:t>
            </a:r>
            <a:endParaRPr sz="3600"/>
          </a:p>
        </p:txBody>
      </p:sp>
      <p:sp>
        <p:nvSpPr>
          <p:cNvPr id="105" name="Text 4">
            <a:extLst xmlns:a="http://schemas.openxmlformats.org/drawingml/2006/main">
              <a:ext uri="{FF2B5EF4-FFF2-40B4-BE49-F238E27FC236}">
                <a16:creationId xmlns:a16="http://schemas.microsoft.com/office/drawing/2014/main" id="{B63DA640-9284-21BB-BD39-7D9DBB68F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103120"/>
            <a:ext cx="5486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 b="1" spc="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CORE MODULES</a:t>
            </a:r>
            <a:endParaRPr sz="1100"/>
          </a:p>
        </p:txBody>
      </p:sp>
      <p:sp>
        <p:nvSpPr>
          <p:cNvPr id="106" name="Text 5">
            <a:extLst xmlns:a="http://schemas.openxmlformats.org/drawingml/2006/main">
              <a:ext uri="{FF2B5EF4-FFF2-40B4-BE49-F238E27FC236}">
                <a16:creationId xmlns:a16="http://schemas.microsoft.com/office/drawing/2014/main" id="{EB0F6AE6-94E9-FF1E-4AB0-8FAB31C7F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7744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Required, delivered in order</a:t>
            </a:r>
            <a:endParaRPr sz="1200"/>
          </a:p>
        </p:txBody>
      </p:sp>
      <p:sp>
        <p:nvSpPr>
          <p:cNvPr id="107" name="Shape 6">
            <a:extLst xmlns:a="http://schemas.openxmlformats.org/drawingml/2006/main">
              <a:ext uri="{FF2B5EF4-FFF2-40B4-BE49-F238E27FC236}">
                <a16:creationId xmlns:a16="http://schemas.microsoft.com/office/drawing/2014/main" id="{D7E05DFA-54AD-BC8A-41C6-F6B7BEA2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56692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8" name="Shape 7">
            <a:extLst xmlns:a="http://schemas.openxmlformats.org/drawingml/2006/main">
              <a:ext uri="{FF2B5EF4-FFF2-40B4-BE49-F238E27FC236}">
                <a16:creationId xmlns:a16="http://schemas.microsoft.com/office/drawing/2014/main" id="{89A520C2-3708-E92B-FCE7-DFA8D72C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78892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ad91460d7943e0">
            <a:extLst>
              <a:ext uri="{96DAC541-7B7A-43D3-8B79-37D633B846F1}">
                <asvg:svgBlip xmlns:asvg="http://schemas.microsoft.com/office/drawing/2016/SVG/main" r:embed="Ra0cd1ed240f04d6d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292608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10" name="Text 8">
            <a:extLst xmlns:a="http://schemas.openxmlformats.org/drawingml/2006/main">
              <a:ext uri="{FF2B5EF4-FFF2-40B4-BE49-F238E27FC236}">
                <a16:creationId xmlns:a16="http://schemas.microsoft.com/office/drawing/2014/main" id="{966C1851-7398-C146-99A3-B46B308A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88036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Operational Metrics</a:t>
            </a:r>
            <a:endParaRPr sz="1500"/>
          </a:p>
        </p:txBody>
      </p:sp>
      <p:sp>
        <p:nvSpPr>
          <p:cNvPr id="111" name="Shape 9">
            <a:extLst xmlns:a="http://schemas.openxmlformats.org/drawingml/2006/main">
              <a:ext uri="{FF2B5EF4-FFF2-40B4-BE49-F238E27FC236}">
                <a16:creationId xmlns:a16="http://schemas.microsoft.com/office/drawing/2014/main" id="{7BA85D56-FFBA-D826-D9DB-DD721E64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56692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2" name="Shape 10">
            <a:extLst xmlns:a="http://schemas.openxmlformats.org/drawingml/2006/main">
              <a:ext uri="{FF2B5EF4-FFF2-40B4-BE49-F238E27FC236}">
                <a16:creationId xmlns:a16="http://schemas.microsoft.com/office/drawing/2014/main" id="{49561911-845E-1786-9F67-69058E5E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56616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67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62db1e67764b81">
            <a:extLst>
              <a:ext uri="{96DAC541-7B7A-43D3-8B79-37D633B846F1}">
                <asvg:svgBlip xmlns:asvg="http://schemas.microsoft.com/office/drawing/2016/SVG/main" r:embed="Rb1574358553a4df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370332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14" name="Text 11">
            <a:extLst xmlns:a="http://schemas.openxmlformats.org/drawingml/2006/main">
              <a:ext uri="{FF2B5EF4-FFF2-40B4-BE49-F238E27FC236}">
                <a16:creationId xmlns:a16="http://schemas.microsoft.com/office/drawing/2014/main" id="{E158BB4F-DAE0-C286-E0F2-C0AEB90CC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5760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Quality Metrics</a:t>
            </a:r>
            <a:endParaRPr sz="1500"/>
          </a:p>
        </p:txBody>
      </p:sp>
      <p:sp>
        <p:nvSpPr>
          <p:cNvPr id="115" name="Shape 12">
            <a:extLst xmlns:a="http://schemas.openxmlformats.org/drawingml/2006/main">
              <a:ext uri="{FF2B5EF4-FFF2-40B4-BE49-F238E27FC236}">
                <a16:creationId xmlns:a16="http://schemas.microsoft.com/office/drawing/2014/main" id="{F3395295-0637-777B-8563-09E94C48D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56692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6" name="Shape 13">
            <a:extLst xmlns:a="http://schemas.openxmlformats.org/drawingml/2006/main">
              <a:ext uri="{FF2B5EF4-FFF2-40B4-BE49-F238E27FC236}">
                <a16:creationId xmlns:a16="http://schemas.microsoft.com/office/drawing/2014/main" id="{EFB4F7BC-9E19-1672-069B-714DFD0C7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434340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1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2772a570ae47aa">
            <a:extLst>
              <a:ext uri="{96DAC541-7B7A-43D3-8B79-37D633B846F1}">
                <asvg:svgBlip xmlns:asvg="http://schemas.microsoft.com/office/drawing/2016/SVG/main" r:embed="Rfcf7fc90701a453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448056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18" name="Text 14">
            <a:extLst xmlns:a="http://schemas.openxmlformats.org/drawingml/2006/main">
              <a:ext uri="{FF2B5EF4-FFF2-40B4-BE49-F238E27FC236}">
                <a16:creationId xmlns:a16="http://schemas.microsoft.com/office/drawing/2014/main" id="{A83C8FEA-4266-ED15-1EB0-FDCCE758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3484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Understanding Failures</a:t>
            </a:r>
            <a:endParaRPr sz="1500"/>
          </a:p>
        </p:txBody>
      </p:sp>
      <p:sp>
        <p:nvSpPr>
          <p:cNvPr id="119" name="Shape 15">
            <a:extLst xmlns:a="http://schemas.openxmlformats.org/drawingml/2006/main">
              <a:ext uri="{FF2B5EF4-FFF2-40B4-BE49-F238E27FC236}">
                <a16:creationId xmlns:a16="http://schemas.microsoft.com/office/drawing/2014/main" id="{EA08AECA-9B3E-89F7-1A99-1AF12A90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56692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0" name="Shape 16">
            <a:extLst xmlns:a="http://schemas.openxmlformats.org/drawingml/2006/main">
              <a:ext uri="{FF2B5EF4-FFF2-40B4-BE49-F238E27FC236}">
                <a16:creationId xmlns:a16="http://schemas.microsoft.com/office/drawing/2014/main" id="{CD1E3684-3C60-DF5F-E243-504A827A8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12064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5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ba0a4b202349de">
            <a:extLst>
              <a:ext uri="{96DAC541-7B7A-43D3-8B79-37D633B846F1}">
                <asvg:svgBlip xmlns:asvg="http://schemas.microsoft.com/office/drawing/2016/SVG/main" r:embed="R699d256297ea4e3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22960" y="5257800"/>
            <a:ext cx="365760" cy="365760"/>
          </a:xfrm>
          <a:prstGeom xmlns:a="http://schemas.openxmlformats.org/drawingml/2006/main" prst="rect">
            <a:avLst/>
          </a:prstGeom>
        </p:spPr>
      </p:pic>
      <p:sp>
        <p:nvSpPr>
          <p:cNvPr id="122" name="Text 17">
            <a:extLst xmlns:a="http://schemas.openxmlformats.org/drawingml/2006/main">
              <a:ext uri="{FF2B5EF4-FFF2-40B4-BE49-F238E27FC236}">
                <a16:creationId xmlns:a16="http://schemas.microsoft.com/office/drawing/2014/main" id="{A1C9EBF8-7757-1429-1861-918E7761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212080"/>
            <a:ext cx="41148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Agentic Metrics</a:t>
            </a:r>
            <a:endParaRPr sz="1500"/>
          </a:p>
        </p:txBody>
      </p:sp>
      <p:sp>
        <p:nvSpPr>
          <p:cNvPr id="123" name="Shape 18">
            <a:extLst xmlns:a="http://schemas.openxmlformats.org/drawingml/2006/main">
              <a:ext uri="{FF2B5EF4-FFF2-40B4-BE49-F238E27FC236}">
                <a16:creationId xmlns:a16="http://schemas.microsoft.com/office/drawing/2014/main" id="{1DDCFDDA-0B89-7C01-CCD8-30637D8C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5669280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4" name="Shape 19">
            <a:extLst xmlns:a="http://schemas.openxmlformats.org/drawingml/2006/main">
              <a:ext uri="{FF2B5EF4-FFF2-40B4-BE49-F238E27FC236}">
                <a16:creationId xmlns:a16="http://schemas.microsoft.com/office/drawing/2014/main" id="{0B0079BB-969A-08E8-1869-F56BF3B14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989320"/>
            <a:ext cx="548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79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4eaaedb184736">
            <a:extLst>
              <a:ext uri="{96DAC541-7B7A-43D3-8B79-37D633B846F1}">
                <asvg:svgBlip xmlns:asvg="http://schemas.microsoft.com/office/drawing/2016/SVG/main" r:embed="R5ac3433c7fa94319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7240" y="6080760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126" name="Text 20">
            <a:extLst xmlns:a="http://schemas.openxmlformats.org/drawingml/2006/main">
              <a:ext uri="{FF2B5EF4-FFF2-40B4-BE49-F238E27FC236}">
                <a16:creationId xmlns:a16="http://schemas.microsoft.com/office/drawing/2014/main" id="{A3773D1E-092C-EEC4-6DE3-0C5974F7E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6035040"/>
            <a:ext cx="47548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Interactive Learning: AI-powered tutor mode for all modules</a:t>
            </a:r>
            <a:endParaRPr sz="1100"/>
          </a:p>
        </p:txBody>
      </p:sp>
      <p:sp>
        <p:nvSpPr>
          <p:cNvPr id="127" name="Text 21">
            <a:extLst xmlns:a="http://schemas.openxmlformats.org/drawingml/2006/main">
              <a:ext uri="{FF2B5EF4-FFF2-40B4-BE49-F238E27FC236}">
                <a16:creationId xmlns:a16="http://schemas.microsoft.com/office/drawing/2014/main" id="{49710901-3093-23F0-EDFC-5BFE0B863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73152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OPTIONAL MODULES</a:t>
            </a:r>
            <a:endParaRPr sz="1400"/>
          </a:p>
        </p:txBody>
      </p:sp>
      <p:sp>
        <p:nvSpPr>
          <p:cNvPr id="128" name="Text 22">
            <a:extLst xmlns:a="http://schemas.openxmlformats.org/drawingml/2006/main">
              <a:ext uri="{FF2B5EF4-FFF2-40B4-BE49-F238E27FC236}">
                <a16:creationId xmlns:a16="http://schemas.microsoft.com/office/drawing/2014/main" id="{C006C32F-4B00-9A42-7BE8-04C853CF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097280"/>
            <a:ext cx="48463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Choose your own adventure!</a:t>
            </a:r>
            <a:endParaRPr sz="1400"/>
          </a:p>
        </p:txBody>
      </p:sp>
      <p:sp>
        <p:nvSpPr>
          <p:cNvPr id="129" name="Text 23">
            <a:extLst xmlns:a="http://schemas.openxmlformats.org/drawingml/2006/main">
              <a:ext uri="{FF2B5EF4-FFF2-40B4-BE49-F238E27FC236}">
                <a16:creationId xmlns:a16="http://schemas.microsoft.com/office/drawing/2014/main" id="{A2B04821-CB31-0B18-8AC0-42B73D1BC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55448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Workload-Specific</a:t>
            </a:r>
            <a:endParaRPr sz="1600"/>
          </a:p>
        </p:txBody>
      </p:sp>
      <p:sp>
        <p:nvSpPr>
          <p:cNvPr id="130" name="Text 24">
            <a:extLst xmlns:a="http://schemas.openxmlformats.org/drawingml/2006/main">
              <a:ext uri="{FF2B5EF4-FFF2-40B4-BE49-F238E27FC236}">
                <a16:creationId xmlns:a16="http://schemas.microsoft.com/office/drawing/2014/main" id="{F35E1DCB-1E00-AD94-31A2-10868249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196596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IDP</a:t>
            </a:r>
            <a:endParaRPr sz="1050"/>
          </a:p>
        </p:txBody>
      </p:sp>
      <p:sp>
        <p:nvSpPr>
          <p:cNvPr id="131" name="Text 25">
            <a:extLst xmlns:a="http://schemas.openxmlformats.org/drawingml/2006/main">
              <a:ext uri="{FF2B5EF4-FFF2-40B4-BE49-F238E27FC236}">
                <a16:creationId xmlns:a16="http://schemas.microsoft.com/office/drawing/2014/main" id="{5C6B2E29-8B7B-ED9B-2E45-EF3E73B5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196596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Guardrails</a:t>
            </a:r>
            <a:endParaRPr sz="1050"/>
          </a:p>
        </p:txBody>
      </p:sp>
      <p:sp>
        <p:nvSpPr>
          <p:cNvPr id="132" name="Text 26">
            <a:extLst xmlns:a="http://schemas.openxmlformats.org/drawingml/2006/main">
              <a:ext uri="{FF2B5EF4-FFF2-40B4-BE49-F238E27FC236}">
                <a16:creationId xmlns:a16="http://schemas.microsoft.com/office/drawing/2014/main" id="{720CFD39-2FEE-5F56-5AC9-9878415A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6" y="196596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Basic RAG</a:t>
            </a:r>
            <a:endParaRPr sz="1050"/>
          </a:p>
        </p:txBody>
      </p:sp>
      <p:sp>
        <p:nvSpPr>
          <p:cNvPr id="133" name="Text 27">
            <a:extLst xmlns:a="http://schemas.openxmlformats.org/drawingml/2006/main">
              <a:ext uri="{FF2B5EF4-FFF2-40B4-BE49-F238E27FC236}">
                <a16:creationId xmlns:a16="http://schemas.microsoft.com/office/drawing/2014/main" id="{0C65D9B4-E55A-09F4-056C-85AF9F92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233172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Multimodal RAG</a:t>
            </a:r>
            <a:endParaRPr sz="1050"/>
          </a:p>
        </p:txBody>
      </p:sp>
      <p:sp>
        <p:nvSpPr>
          <p:cNvPr id="134" name="Text 28">
            <a:extLst xmlns:a="http://schemas.openxmlformats.org/drawingml/2006/main">
              <a:ext uri="{FF2B5EF4-FFF2-40B4-BE49-F238E27FC236}">
                <a16:creationId xmlns:a16="http://schemas.microsoft.com/office/drawing/2014/main" id="{1C0CCC96-92A5-A5A0-9B3E-D58A3CE84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33172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Speech2Speech</a:t>
            </a:r>
            <a:endParaRPr sz="1050"/>
          </a:p>
        </p:txBody>
      </p:sp>
      <p:sp>
        <p:nvSpPr>
          <p:cNvPr id="135" name="Text 29">
            <a:extLst xmlns:a="http://schemas.openxmlformats.org/drawingml/2006/main">
              <a:ext uri="{FF2B5EF4-FFF2-40B4-BE49-F238E27FC236}">
                <a16:creationId xmlns:a16="http://schemas.microsoft.com/office/drawing/2014/main" id="{A806CE90-9BCA-5837-9E71-C64FD90E3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6" y="233172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Auto Reasoning</a:t>
            </a:r>
            <a:endParaRPr sz="1050"/>
          </a:p>
        </p:txBody>
      </p:sp>
      <p:sp>
        <p:nvSpPr>
          <p:cNvPr id="136" name="Text 30">
            <a:extLst xmlns:a="http://schemas.openxmlformats.org/drawingml/2006/main">
              <a:ext uri="{FF2B5EF4-FFF2-40B4-BE49-F238E27FC236}">
                <a16:creationId xmlns:a16="http://schemas.microsoft.com/office/drawing/2014/main" id="{51F20CA1-4224-E59A-4E33-C9B2F804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269748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Multi-Agent</a:t>
            </a:r>
            <a:endParaRPr sz="1050"/>
          </a:p>
        </p:txBody>
      </p:sp>
      <p:sp>
        <p:nvSpPr>
          <p:cNvPr id="137" name="Text 31">
            <a:extLst xmlns:a="http://schemas.openxmlformats.org/drawingml/2006/main">
              <a:ext uri="{FF2B5EF4-FFF2-40B4-BE49-F238E27FC236}">
                <a16:creationId xmlns:a16="http://schemas.microsoft.com/office/drawing/2014/main" id="{D20052B9-9549-FDC9-9D93-C19AB4E87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269748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Tool Calling</a:t>
            </a:r>
            <a:endParaRPr sz="1050"/>
          </a:p>
        </p:txBody>
      </p:sp>
      <p:sp>
        <p:nvSpPr>
          <p:cNvPr id="138" name="Text 32">
            <a:extLst xmlns:a="http://schemas.openxmlformats.org/drawingml/2006/main">
              <a:ext uri="{FF2B5EF4-FFF2-40B4-BE49-F238E27FC236}">
                <a16:creationId xmlns:a16="http://schemas.microsoft.com/office/drawing/2014/main" id="{B11DF0C4-01CC-E49D-D32A-7C5F3DB12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6" y="269748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Red Teaming</a:t>
            </a:r>
            <a:endParaRPr sz="1050"/>
          </a:p>
        </p:txBody>
      </p:sp>
      <p:sp>
        <p:nvSpPr>
          <p:cNvPr id="139" name="Text 33">
            <a:extLst xmlns:a="http://schemas.openxmlformats.org/drawingml/2006/main">
              <a:ext uri="{FF2B5EF4-FFF2-40B4-BE49-F238E27FC236}">
                <a16:creationId xmlns:a16="http://schemas.microsoft.com/office/drawing/2014/main" id="{FB10DFD9-79A2-44B0-18DA-CEF43E24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306324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Chatbot</a:t>
            </a:r>
            <a:endParaRPr sz="1050"/>
          </a:p>
        </p:txBody>
      </p:sp>
      <p:sp>
        <p:nvSpPr>
          <p:cNvPr id="140" name="Text 34">
            <a:extLst xmlns:a="http://schemas.openxmlformats.org/drawingml/2006/main">
              <a:ext uri="{FF2B5EF4-FFF2-40B4-BE49-F238E27FC236}">
                <a16:creationId xmlns:a16="http://schemas.microsoft.com/office/drawing/2014/main" id="{CB975634-3CA0-1A3C-F4BC-B3D1F9C52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306324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Coding Assistant</a:t>
            </a:r>
            <a:endParaRPr sz="1050"/>
          </a:p>
        </p:txBody>
      </p:sp>
      <p:sp>
        <p:nvSpPr>
          <p:cNvPr id="141" name="Text 35">
            <a:extLst xmlns:a="http://schemas.openxmlformats.org/drawingml/2006/main">
              <a:ext uri="{FF2B5EF4-FFF2-40B4-BE49-F238E27FC236}">
                <a16:creationId xmlns:a16="http://schemas.microsoft.com/office/drawing/2014/main" id="{8C9FF3F6-9235-5419-FD18-A98CBC78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3566160"/>
            <a:ext cx="4572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Framework-Specific</a:t>
            </a:r>
            <a:endParaRPr sz="1600"/>
          </a:p>
        </p:txBody>
      </p:sp>
      <p:sp>
        <p:nvSpPr>
          <p:cNvPr id="142" name="Text 36">
            <a:extLst xmlns:a="http://schemas.openxmlformats.org/drawingml/2006/main">
              <a:ext uri="{FF2B5EF4-FFF2-40B4-BE49-F238E27FC236}">
                <a16:creationId xmlns:a16="http://schemas.microsoft.com/office/drawing/2014/main" id="{D51493EB-A4FA-8F73-E1C9-8085F8CDD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397764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Promptfoo</a:t>
            </a:r>
            <a:endParaRPr sz="1050"/>
          </a:p>
        </p:txBody>
      </p:sp>
      <p:sp>
        <p:nvSpPr>
          <p:cNvPr id="143" name="Text 37">
            <a:extLst xmlns:a="http://schemas.openxmlformats.org/drawingml/2006/main">
              <a:ext uri="{FF2B5EF4-FFF2-40B4-BE49-F238E27FC236}">
                <a16:creationId xmlns:a16="http://schemas.microsoft.com/office/drawing/2014/main" id="{0B333237-242E-01D1-0134-66CDE77A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397764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AgentCore</a:t>
            </a:r>
            <a:endParaRPr sz="1050"/>
          </a:p>
        </p:txBody>
      </p:sp>
      <p:sp>
        <p:nvSpPr>
          <p:cNvPr id="144" name="Text 38">
            <a:extLst xmlns:a="http://schemas.openxmlformats.org/drawingml/2006/main">
              <a:ext uri="{FF2B5EF4-FFF2-40B4-BE49-F238E27FC236}">
                <a16:creationId xmlns:a16="http://schemas.microsoft.com/office/drawing/2014/main" id="{6760F834-289D-6D89-3242-B5CECF3E9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6" y="3983019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Strands</a:t>
            </a:r>
            <a:endParaRPr sz="1050"/>
          </a:p>
        </p:txBody>
      </p:sp>
      <p:sp>
        <p:nvSpPr>
          <p:cNvPr id="146" name="Text 40">
            <a:extLst xmlns:a="http://schemas.openxmlformats.org/drawingml/2006/main">
              <a:ext uri="{FF2B5EF4-FFF2-40B4-BE49-F238E27FC236}">
                <a16:creationId xmlns:a16="http://schemas.microsoft.com/office/drawing/2014/main" id="{833C1C89-1DE5-3D23-93C0-88C00F07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6216" y="434340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DSPy</a:t>
            </a:r>
            <a:endParaRPr sz="1050"/>
          </a:p>
        </p:txBody>
      </p:sp>
      <p:sp>
        <p:nvSpPr>
          <p:cNvPr id="147" name="Text 41">
            <a:extLst xmlns:a="http://schemas.openxmlformats.org/drawingml/2006/main">
              <a:ext uri="{FF2B5EF4-FFF2-40B4-BE49-F238E27FC236}">
                <a16:creationId xmlns:a16="http://schemas.microsoft.com/office/drawing/2014/main" id="{694BD479-8D20-ED14-371C-DB74792D8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6416" y="434340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DeepEval</a:t>
            </a:r>
            <a:endParaRPr sz="1050"/>
          </a:p>
        </p:txBody>
      </p:sp>
      <p:sp>
        <p:nvSpPr>
          <p:cNvPr id="148" name="Text 42">
            <a:extLst xmlns:a="http://schemas.openxmlformats.org/drawingml/2006/main">
              <a:ext uri="{FF2B5EF4-FFF2-40B4-BE49-F238E27FC236}">
                <a16:creationId xmlns:a16="http://schemas.microsoft.com/office/drawing/2014/main" id="{659801E2-2C6B-F892-7CDD-B862AB473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4343400"/>
            <a:ext cx="1463040" cy="27432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64357"/>
          </a:solidFill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MLflow</a:t>
            </a:r>
            <a:endParaRPr sz="1050"/>
          </a:p>
        </p:txBody>
      </p:sp>
      <p:sp>
        <p:nvSpPr>
          <p:cNvPr id="149" name="Text 43">
            <a:extLst xmlns:a="http://schemas.openxmlformats.org/drawingml/2006/main">
              <a:ext uri="{FF2B5EF4-FFF2-40B4-BE49-F238E27FC236}">
                <a16:creationId xmlns:a16="http://schemas.microsoft.com/office/drawing/2014/main" id="{AE12F9DD-0476-7342-FEE8-DF2AD2A00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6016" y="5006340"/>
            <a:ext cx="4846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Duration: 2-4 hours depending on modules selected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53122714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951A9D9-CB7C-CBDB-EB6D-9D6C4D19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210D1A9F-EDCB-9445-A58D-CF6C7430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Operational Metrics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CEAB7DD-FD10-DFE7-F549-D6782E37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19"/>
            <a:ext cx="2286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7B7DE35-47AE-05A0-98B5-13433456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03120"/>
            <a:ext cx="100584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0" i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System metrics with exact numbers. Automation-based, no judgment needed. </a:t>
            </a:r>
            <a:endParaRPr b="0" i="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300ms of latency is always 300ms.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A80F4A31-C909-DEB9-6284-05D396160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685800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3A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EEFB936-191E-2C64-DC9F-CF6AA2316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6858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49AAFE7-A419-3463-F049-AADFCFE21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What You Measure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75A7580-F0FA-C2E1-516F-0E173CFFF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49039"/>
            <a:ext cx="6217920" cy="14773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Token counts (input, cache, output) and cost attribution per request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Latency: time to first token (user experience) and time to last token (throughput)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Throttling, capacity limits, and error rates (system resilience)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A57B5743-ABFD-AFCC-580A-A65E03013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1097280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D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9B2960A-CFD6-F787-C6B8-E6633D5E4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64008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10E7621-1687-42D8-C3F9-B08D42CD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97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41B3FF"/>
                </a:solidFill>
                <a:latin typeface="Amazon Ember"/>
                <a:ea typeface="Amazon Ember"/>
                <a:cs typeface="Amazon Ember"/>
              </a:rPr>
              <a:t>IN THE LAB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9BD3D4A-587B-9F41-16D0-28F2F433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CloudWatch dashboards, model cost-performance comparison, automated alerting pipelines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0AEE3F8-DF05-E5FE-F598-48D355A1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1840"/>
            <a:ext cx="3657600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Answers: </a:t>
            </a:r>
            <a:endParaRPr sz="1600" b="0" i="1">
              <a:solidFill>
                <a:srgbClr val="FF8500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"What does this cost?</a:t>
            </a: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"</a:t>
            </a: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 </a:t>
            </a:r>
            <a:endParaRPr sz="1600" b="0" i="1">
              <a:solidFill>
                <a:srgbClr val="FF8500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“How much traffic are we getting</a:t>
            </a: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?"</a:t>
            </a:r>
            <a:endParaRPr sz="1600" b="0" i="1">
              <a:solidFill>
                <a:srgbClr val="FF8500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l">
              <a:buNone/>
            </a:pPr>
            <a:r>
              <a:rPr sz="16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“What limits are we hitting?”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6093633-E842-A6C0-5773-95D650D2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CORE MODULE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06782376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DEB3C85-371B-6F74-ABAB-5DF32534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E8FDB12-6991-F708-E089-A5DBC8F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Quality Metrics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046A58E-58C5-F931-E434-F78B9CDF1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19"/>
            <a:ext cx="2286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E9F74E7-8ED9-36FD-A05B-0C5D0D20B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03120"/>
            <a:ext cx="100584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0" i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Requires judgment. There is no universal truth here. </a:t>
            </a:r>
            <a:endParaRPr b="0" i="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l">
              <a:buNone/>
            </a:pPr>
            <a:r>
              <a:rPr b="0" i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You define what "good" looks like, then measure whether your system meets that definition.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E1B5FB8-A677-67D4-1A99-91B5EEBCD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685800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3A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6C98172-EA40-AC72-97A7-81AC72805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6858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12A3FFC-AD32-8FCA-028F-08CFF13B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What You Measure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D3CABDF2-2153-A209-749E-67FD11A87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49039"/>
            <a:ext cx="6217920" cy="1723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</a:t>
            </a: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Three grader types: code-based (fast, brittle), LLM-as-Judge (flexible, needs calibration), human (gold standard, expensive)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Accuracy, relevance, coherence, and </a:t>
            </a: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groundedness</a:t>
            </a: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 in source material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Tone, grammar, and branding consistency for customer-facing outputs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1F1B4AF0-250A-C3FF-7E5D-8F2E2B9D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1097280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D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757CBF-D5D4-BB8A-EDD5-376DF620C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64008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A6911DB-0124-B834-0A3F-CF97D8737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97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41B3FF"/>
                </a:solidFill>
                <a:latin typeface="Amazon Ember"/>
                <a:ea typeface="Amazon Ember"/>
                <a:cs typeface="Amazon Ember"/>
              </a:rPr>
              <a:t>IN THE LAB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D0C87993-13BB-7A95-09A5-F9CC2564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Automated evaluators, prompt comparison, quality regression suites, continuous monitoring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5EB9895-E4DD-A60C-1027-69994FDF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1840"/>
            <a:ext cx="3862316" cy="10885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Answers: </a:t>
            </a:r>
            <a:endParaRPr sz="1600" b="0" i="1">
              <a:solidFill>
                <a:srgbClr val="FF8500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“Does it work properly?”</a:t>
            </a:r>
          </a:p>
          <a:p xmlns:a="http://schemas.openxmlformats.org/drawingml/2006/main">
            <a:pPr algn="l">
              <a:buNone/>
            </a:pPr>
            <a:r>
              <a:rPr sz="16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“Is it accurate?”</a:t>
            </a:r>
          </a:p>
          <a:p xmlns:a="http://schemas.openxmlformats.org/drawingml/2006/main">
            <a:r>
              <a:rPr sz="16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“Are we solving our defined problem?”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495E5AB4-842E-2EF2-D0C1-9B658E11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CORE MODULE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39854415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FB1330F-6171-8678-88C5-969048EF6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84879AB-5C0F-C4EF-DA12-65532595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100584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Understanding Failures</a:t>
            </a:r>
            <a:endParaRPr sz="3600" b="1" i="0">
              <a:solidFill>
                <a:srgbClr val="F1F3F3"/>
              </a:solidFill>
              <a:latin typeface="Amazon Ember"/>
              <a:ea typeface="Amazon Ember"/>
              <a:cs typeface="Amazon Ember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3DDA265C-295F-D02B-6EF8-BD856240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19"/>
            <a:ext cx="2286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210AE3A-59D7-A7E1-DE73-0E32E4414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03120"/>
            <a:ext cx="10058400" cy="6478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ts val="2200"/>
              </a:lnSpc>
              <a:buNone/>
            </a:pPr>
            <a:r>
              <a:rPr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Before you build evaluators, you need to know what problems to look for. </a:t>
            </a:r>
          </a:p>
          <a:p xmlns:a="http://schemas.openxmlformats.org/drawingml/2006/main">
            <a:pPr>
              <a:lnSpc>
                <a:spcPts val="2200"/>
              </a:lnSpc>
              <a:buNone/>
            </a:pPr>
            <a:r>
              <a:rPr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This module explains how to identify, categorize, and prioritize failures systematically.</a:t>
            </a:r>
            <a:endParaRPr/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70F98A6D-FEF8-4ABB-C755-8DD4F1E1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685800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3A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6750EAE-414F-69BE-C05A-3435B4C1B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6858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E4AE182B-3750-06B5-5D58-C048A35F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What You Measure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0D17FC5B-72A4-5994-3690-A8AC0E533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49039"/>
            <a:ext cx="6217920" cy="123110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Failure patterns in traces focused on root cause analysis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Identifying failure categories and grouping errors</a:t>
            </a:r>
          </a:p>
          <a:p xmlns:a="http://schemas.openxmlformats.org/drawingml/2006/main">
            <a:pPr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Proper validation by replaying traces against the improved agent</a:t>
            </a:r>
            <a:endParaRPr sz="1600">
              <a:solidFill>
                <a:srgbClr val="D1D5DB"/>
              </a:solidFill>
              <a:latin typeface="Amazon Ember"/>
              <a:ea typeface="Amazon Ember"/>
              <a:cs typeface="Amazon Ember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5B161D6C-0630-60F8-9816-B196ADFA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1840"/>
            <a:ext cx="3862316" cy="107721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Answers:</a:t>
            </a:r>
            <a:endParaRPr sz="1600" b="0" i="1">
              <a:solidFill>
                <a:srgbClr val="FF8500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"Is it solving the problem as intended?"</a:t>
            </a:r>
          </a:p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"What do we need to go to production?"</a:t>
            </a:r>
          </a:p>
          <a:p xmlns:a="http://schemas.openxmlformats.org/drawingml/2006/main">
            <a:r>
              <a:rPr sz="16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"Are we monitoring metrics?"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134C3303-9F4C-CEF3-C024-DF39E4BE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CORE MODULE</a:t>
            </a:r>
            <a:endParaRPr sz="1300"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5E6418D-0A2A-CDD6-9711-E08DEBF6B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1097280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D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A24DFE7-1B66-A146-2F8A-A539E3E9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64008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25240B-4DB2-072E-648F-A6DF3D3C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97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41B3FF"/>
                </a:solidFill>
                <a:latin typeface="Amazon Ember"/>
                <a:ea typeface="Amazon Ember"/>
                <a:cs typeface="Amazon Ember"/>
              </a:rPr>
              <a:t>IN THE LAB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FDF80EE-9CF4-A88E-BDFB-F576E0B70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10058400" cy="2923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Trace review with LLM-assisted labeling, failure clustering, prompt fixing with trace replay, root cause identification</a:t>
            </a:r>
            <a:endParaRPr sz="1300" b="0" i="0">
              <a:solidFill>
                <a:srgbClr val="9BA4AE"/>
              </a:solidFill>
              <a:latin typeface="Amazon Ember"/>
              <a:ea typeface="Amazon Ember"/>
              <a:cs typeface="Amazon Ember"/>
            </a:endParaRPr>
          </a:p>
        </p:txBody>
      </p:sp>
    </p:spTree>
    <p:extLst>
      <p:ext uri="{BB962C8B-B14F-4D97-AF65-F5344CB8AC3E}">
        <p14:creationId xmlns:p14="http://schemas.microsoft.com/office/powerpoint/2010/main" val="417967220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5B1158A-E919-BBC0-DE38-3D8F15D71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CEBF5CE5-C204-E0A5-5B29-43979ED1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005840"/>
            <a:ext cx="1005840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Agentic Metrics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2FC85C-EE4F-1BCB-C2B9-4C66271A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74519"/>
            <a:ext cx="228600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78768BA-7395-CBFA-AF7A-77FFE747E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103120"/>
            <a:ext cx="1005840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b="0" i="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Architecture-level measurement. Not about individual models or prompts, but how well the elements of your system interact with each other.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7C7D9E5-597A-02E4-FC8F-D534989F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6858000" cy="2560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A3A4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50FB89F-163A-D09E-5559-F7DFEF6D3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3108960"/>
            <a:ext cx="6858000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6A677457-67A9-4ECC-37DD-13AE76009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29184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 i="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What You Measure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15517E24-7D99-E1F6-9127-1B089C94C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49039"/>
            <a:ext cx="6217920" cy="17235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Tool selection accuracy and reasoning: did the agent pick the right tool with the right parameters?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Multi-step workflow completion: can the agent finish complex tasks end-to-end?</a:t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6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•  Error recovery and fallback behavior: how does the system handle unexpected failures?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64C60FE8-1415-5AFB-46BB-033846D2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10972800" cy="7315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1D2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87A9816D-D8EF-4008-AC57-CD7ACE1EC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5852160"/>
            <a:ext cx="64008" cy="7315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A826E1A2-7AB7-7B57-784A-F7B4EEEC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897880"/>
            <a:ext cx="1371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41B3FF"/>
                </a:solidFill>
                <a:latin typeface="Amazon Ember"/>
                <a:ea typeface="Amazon Ember"/>
                <a:cs typeface="Amazon Ember"/>
              </a:rPr>
              <a:t>IN THE LAB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B723F97-CE89-D499-483B-86BE6507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6172200"/>
            <a:ext cx="100584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00" b="0" i="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Agent performance assessment, tool usage patterns, multi-step reasoning testing, agentic eval pipelines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A07F9B6-EDF2-9095-5649-72CCEC060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91840"/>
            <a:ext cx="3657600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91440" tIns="45720" rIns="91440" bIns="4572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Answers: </a:t>
            </a:r>
            <a:endParaRPr sz="1600" b="0" i="1">
              <a:solidFill>
                <a:srgbClr val="FF8500"/>
              </a:solidFill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algn="l">
              <a:buNone/>
            </a:pPr>
            <a:r>
              <a:rPr sz="1600" b="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“How feasible is the technical design?”</a:t>
            </a:r>
          </a:p>
          <a:p xmlns:a="http://schemas.openxmlformats.org/drawingml/2006/main">
            <a:pPr algn="l">
              <a:buNone/>
            </a:pPr>
            <a:r>
              <a:rPr sz="16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“Is the system efficient?”</a:t>
            </a:r>
          </a:p>
          <a:p xmlns:a="http://schemas.openxmlformats.org/drawingml/2006/main">
            <a:r>
              <a:rPr sz="1600" i="1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"Are all the elements working together correctly?"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A2AAA44-CD23-93BF-6C98-CC8564CA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5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CORE MODULE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78108415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9317022F-85D4-0EF8-F169-A09F2F360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"/>
            <a:ext cx="12188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16A63C9-B887-04B4-E97B-785E8868D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300" b="1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CHOOSE YOUR PATH</a:t>
            </a:r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D481A535-7B2C-63E7-7C59-4BECA06A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29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Workload-Specific Evaluations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D29941A-D0F9-F469-A396-F3EF97410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Choose the modules that match your use case. Complete in any order.</a:t>
            </a:r>
            <a:endParaRPr sz="15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C98D3DAE-85D6-AD56-B61A-C0F7C3D6C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782C601B-2BA4-9100-86FB-64F59381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5740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14E81AC8-2E44-CB1A-ABF9-8079E5C29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10312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Intelligent Document Processing</a:t>
            </a:r>
            <a:endParaRPr sz="1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5F7621F-C9C9-BDF6-5B53-BB528199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38658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Extraction accuracy, formatting, classification</a:t>
            </a:r>
            <a:endParaRPr sz="12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D0CCD15-E2D3-04B4-DBB2-39D66983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925DE2C-CE8B-4E93-1B24-19BAAF496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83464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12BBF799-1B94-E779-7A61-4B90AFF8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88036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Guardrails</a:t>
            </a:r>
            <a:endParaRPr sz="14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13AF7E2-1622-1850-24DA-8A92D6F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16382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Content filtering, responsible AI controls</a:t>
            </a:r>
            <a:endParaRPr sz="120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47A65C2F-EBC9-D287-CC70-5DD4F2D9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90809ADA-ADD3-4FAC-E7C7-F3E6E861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61188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5B66010A-3A85-180C-A3D2-7FFD6175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65760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Basic RAG</a:t>
            </a:r>
            <a:endParaRPr sz="140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92BD9860-D384-E169-E37F-F03827B9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4106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Retrieval relevance, context grounding, faithfulness</a:t>
            </a:r>
            <a:endParaRPr sz="1200"/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39DDABCB-C2A9-0EC1-0FD4-BD839D5F4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66B13F78-1B95-A909-3AD9-098DC8ECC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38912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7DA43E1E-6989-83CA-E6AC-0FFE2C40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43484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Multimodal RAG</a:t>
            </a:r>
            <a:endParaRPr sz="140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B90D1628-B330-1070-28FC-1D8D7E0D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1830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Cross-modal retrieval and generation</a:t>
            </a:r>
            <a:endParaRPr sz="12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5DB13B35-1393-3B72-8AA5-5F601629D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472D32FC-9E39-AA30-D3BF-1DFB79E5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6636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150CE532-C5B6-C715-96AD-90B7CF708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21208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Speech-to-Speech</a:t>
            </a:r>
            <a:endParaRPr sz="14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EBF90B80-0B2D-5E12-AEF1-E295DDAB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49554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Transcription accuracy, latency, voice quality</a:t>
            </a:r>
            <a:endParaRPr sz="1200"/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5292CD32-936B-66C6-C832-631AA340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06EDF7C5-C213-8FBA-2038-D36EBB94E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94360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7C0B9D05-3801-BB1D-F35C-52BCE7352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98932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Automated Reasoning</a:t>
            </a:r>
            <a:endParaRPr sz="1400"/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A617DB1-6D57-8DB1-A85C-2780226A2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627278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Logical consistency, formal verification</a:t>
            </a:r>
            <a:endParaRPr sz="1200"/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8E26149B-B622-DDE9-49B6-1ED30C02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ABE37464-986E-6F9F-6E5E-4AE82962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5740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45125696-F55B-7C0C-6836-2B9C37921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10312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Multi-Agent Shared Context</a:t>
            </a:r>
            <a:endParaRPr sz="140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32CE124-D2E3-79AD-5AF9-0196BA713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8658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Agent coordination, shared memory evaluation</a:t>
            </a:r>
            <a:endParaRPr sz="1200"/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4E4AB02C-49FD-E248-9BD2-4115B89B8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BEB86F7E-1ABA-C425-E271-E918F8CD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3464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62" name="Text 34">
            <a:extLst xmlns:a="http://schemas.openxmlformats.org/drawingml/2006/main">
              <a:ext uri="{FF2B5EF4-FFF2-40B4-BE49-F238E27FC236}">
                <a16:creationId xmlns:a16="http://schemas.microsoft.com/office/drawing/2014/main" id="{D8ED5DDF-E330-8E21-888A-73F0A07A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8036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Tool Calling</a:t>
            </a:r>
            <a:endParaRPr sz="1400"/>
          </a:p>
        </p:txBody>
      </p:sp>
      <p:sp>
        <p:nvSpPr>
          <p:cNvPr id="63" name="Text 35">
            <a:extLst xmlns:a="http://schemas.openxmlformats.org/drawingml/2006/main">
              <a:ext uri="{FF2B5EF4-FFF2-40B4-BE49-F238E27FC236}">
                <a16:creationId xmlns:a16="http://schemas.microsoft.com/office/drawing/2014/main" id="{E385C582-355F-3FA2-CE81-FA8931AC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6382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Tool selection accuracy, parameter optimization</a:t>
            </a:r>
            <a:endParaRPr sz="1200"/>
          </a:p>
        </p:txBody>
      </p:sp>
      <p:sp>
        <p:nvSpPr>
          <p:cNvPr id="64" name="Shape 36">
            <a:extLst xmlns:a="http://schemas.openxmlformats.org/drawingml/2006/main">
              <a:ext uri="{FF2B5EF4-FFF2-40B4-BE49-F238E27FC236}">
                <a16:creationId xmlns:a16="http://schemas.microsoft.com/office/drawing/2014/main" id="{4321D804-2DE9-B12D-FD44-C410F734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188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65" name="Shape 37">
            <a:extLst xmlns:a="http://schemas.openxmlformats.org/drawingml/2006/main">
              <a:ext uri="{FF2B5EF4-FFF2-40B4-BE49-F238E27FC236}">
                <a16:creationId xmlns:a16="http://schemas.microsoft.com/office/drawing/2014/main" id="{DDF4D2CE-0B4A-88E8-1ECD-72ED408E2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61188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66" name="Text 38">
            <a:extLst xmlns:a="http://schemas.openxmlformats.org/drawingml/2006/main">
              <a:ext uri="{FF2B5EF4-FFF2-40B4-BE49-F238E27FC236}">
                <a16:creationId xmlns:a16="http://schemas.microsoft.com/office/drawing/2014/main" id="{EB591626-35E3-B8FE-BBAA-AEE1E9CC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Red Teaming</a:t>
            </a:r>
            <a:endParaRPr sz="1400"/>
          </a:p>
        </p:txBody>
      </p:sp>
      <p:sp>
        <p:nvSpPr>
          <p:cNvPr id="67" name="Text 39">
            <a:extLst xmlns:a="http://schemas.openxmlformats.org/drawingml/2006/main">
              <a:ext uri="{FF2B5EF4-FFF2-40B4-BE49-F238E27FC236}">
                <a16:creationId xmlns:a16="http://schemas.microsoft.com/office/drawing/2014/main" id="{EF861275-7B35-F464-0455-B3B8CBB80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4106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Adversarial testing across apps, RAG, and agents</a:t>
            </a:r>
            <a:endParaRPr sz="1200"/>
          </a:p>
        </p:txBody>
      </p:sp>
      <p:sp>
        <p:nvSpPr>
          <p:cNvPr id="68" name="Shape 40">
            <a:extLst xmlns:a="http://schemas.openxmlformats.org/drawingml/2006/main">
              <a:ext uri="{FF2B5EF4-FFF2-40B4-BE49-F238E27FC236}">
                <a16:creationId xmlns:a16="http://schemas.microsoft.com/office/drawing/2014/main" id="{8CF9DA0F-A81B-20AF-8B3E-227A00107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69" name="Shape 41">
            <a:extLst xmlns:a="http://schemas.openxmlformats.org/drawingml/2006/main">
              <a:ext uri="{FF2B5EF4-FFF2-40B4-BE49-F238E27FC236}">
                <a16:creationId xmlns:a16="http://schemas.microsoft.com/office/drawing/2014/main" id="{BB8091AF-09A7-9DD8-4C86-06D86B540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8912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70" name="Text 42">
            <a:extLst xmlns:a="http://schemas.openxmlformats.org/drawingml/2006/main">
              <a:ext uri="{FF2B5EF4-FFF2-40B4-BE49-F238E27FC236}">
                <a16:creationId xmlns:a16="http://schemas.microsoft.com/office/drawing/2014/main" id="{9CA69C69-0C63-1249-C8F4-A3F9FFB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43484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Chatbot</a:t>
            </a:r>
            <a:endParaRPr sz="1400"/>
          </a:p>
        </p:txBody>
      </p:sp>
      <p:sp>
        <p:nvSpPr>
          <p:cNvPr id="71" name="Text 43">
            <a:extLst xmlns:a="http://schemas.openxmlformats.org/drawingml/2006/main">
              <a:ext uri="{FF2B5EF4-FFF2-40B4-BE49-F238E27FC236}">
                <a16:creationId xmlns:a16="http://schemas.microsoft.com/office/drawing/2014/main" id="{F63F678F-21F9-F044-E94C-3674DD7C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830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Conversational quality, coherence, tone alignment</a:t>
            </a:r>
            <a:endParaRPr sz="1200"/>
          </a:p>
        </p:txBody>
      </p:sp>
      <p:sp>
        <p:nvSpPr>
          <p:cNvPr id="72" name="Shape 44">
            <a:extLst xmlns:a="http://schemas.openxmlformats.org/drawingml/2006/main">
              <a:ext uri="{FF2B5EF4-FFF2-40B4-BE49-F238E27FC236}">
                <a16:creationId xmlns:a16="http://schemas.microsoft.com/office/drawing/2014/main" id="{97D09D12-43BB-8A10-941A-2FE93848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6360"/>
            <a:ext cx="5440680" cy="64008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73" name="Shape 45">
            <a:extLst xmlns:a="http://schemas.openxmlformats.org/drawingml/2006/main">
              <a:ext uri="{FF2B5EF4-FFF2-40B4-BE49-F238E27FC236}">
                <a16:creationId xmlns:a16="http://schemas.microsoft.com/office/drawing/2014/main" id="{97C17C2C-9F1F-B816-26EF-72E0779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166360"/>
            <a:ext cx="54864" cy="6400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74" name="Text 46">
            <a:extLst xmlns:a="http://schemas.openxmlformats.org/drawingml/2006/main">
              <a:ext uri="{FF2B5EF4-FFF2-40B4-BE49-F238E27FC236}">
                <a16:creationId xmlns:a16="http://schemas.microsoft.com/office/drawing/2014/main" id="{27657403-0102-48BE-EFE9-40962D9D7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2080"/>
            <a:ext cx="493776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Coding Assistant</a:t>
            </a:r>
            <a:endParaRPr sz="1400"/>
          </a:p>
        </p:txBody>
      </p:sp>
      <p:sp>
        <p:nvSpPr>
          <p:cNvPr id="75" name="Text 47">
            <a:extLst xmlns:a="http://schemas.openxmlformats.org/drawingml/2006/main">
              <a:ext uri="{FF2B5EF4-FFF2-40B4-BE49-F238E27FC236}">
                <a16:creationId xmlns:a16="http://schemas.microsoft.com/office/drawing/2014/main" id="{1AFEAB7E-4E81-AEA0-526F-0127B6BEB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95544"/>
            <a:ext cx="49377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Code generation accuracy, security, test coverage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39413093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2126AFB6-1E77-D700-FE9B-FBCF1296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6576"/>
            <a:ext cx="1218895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8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FDDA2BC4-64B4-C471-F888-2968236E0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"/>
            <a:ext cx="5486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300" b="1" spc="4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CHOOSE YOUR PATH</a:t>
            </a:r>
            <a:endParaRPr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2AF01D81-DEAF-B8EF-E6C3-9A74795DE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22960"/>
            <a:ext cx="100584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3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Framework-Specific Evaluations</a:t>
            </a:r>
            <a:endParaRPr sz="34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03797A28-1414-2E80-3316-F15F4318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91440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r>
              <a:rPr sz="15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Evaluate using popular frameworks. Choose the tools that fit your stack.</a:t>
            </a:r>
            <a:endParaRPr sz="1500"/>
          </a:p>
        </p:txBody>
      </p:sp>
      <p:sp>
        <p:nvSpPr>
          <p:cNvPr id="36" name="Shape 4">
            <a:extLst xmlns:a="http://schemas.openxmlformats.org/drawingml/2006/main">
              <a:ext uri="{FF2B5EF4-FFF2-40B4-BE49-F238E27FC236}">
                <a16:creationId xmlns:a16="http://schemas.microsoft.com/office/drawing/2014/main" id="{3933DE63-ABCD-DC81-C320-9DBE438A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2010524"/>
            <a:ext cx="10360152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7" name="Shape 5">
            <a:extLst xmlns:a="http://schemas.openxmlformats.org/drawingml/2006/main">
              <a:ext uri="{FF2B5EF4-FFF2-40B4-BE49-F238E27FC236}">
                <a16:creationId xmlns:a16="http://schemas.microsoft.com/office/drawing/2014/main" id="{B2FA1DFF-7CD5-4DC1-64CA-DFD514E8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2010524"/>
            <a:ext cx="548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Text 6">
            <a:extLst xmlns:a="http://schemas.openxmlformats.org/drawingml/2006/main">
              <a:ext uri="{FF2B5EF4-FFF2-40B4-BE49-F238E27FC236}">
                <a16:creationId xmlns:a16="http://schemas.microsoft.com/office/drawing/2014/main" id="{6BC37D8D-94C9-7023-0529-8713376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2028812"/>
            <a:ext cx="9601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Promptfoo</a:t>
            </a:r>
            <a:endParaRPr sz="1600"/>
          </a:p>
        </p:txBody>
      </p:sp>
      <p:sp>
        <p:nvSpPr>
          <p:cNvPr id="39" name="Text 7">
            <a:extLst xmlns:a="http://schemas.openxmlformats.org/drawingml/2006/main">
              <a:ext uri="{FF2B5EF4-FFF2-40B4-BE49-F238E27FC236}">
                <a16:creationId xmlns:a16="http://schemas.microsoft.com/office/drawing/2014/main" id="{57171888-5147-30A0-8DED-5A3C3D394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2284844"/>
            <a:ext cx="9601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Open-source eval framework for prompt testing, model comparison, and regression detection</a:t>
            </a:r>
            <a:endParaRPr sz="1200"/>
          </a:p>
        </p:txBody>
      </p:sp>
      <p:sp>
        <p:nvSpPr>
          <p:cNvPr id="40" name="Shape 8">
            <a:extLst xmlns:a="http://schemas.openxmlformats.org/drawingml/2006/main">
              <a:ext uri="{FF2B5EF4-FFF2-40B4-BE49-F238E27FC236}">
                <a16:creationId xmlns:a16="http://schemas.microsoft.com/office/drawing/2014/main" id="{7FD3D559-8B31-1F49-47F3-538601CB3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2668892"/>
            <a:ext cx="10360152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1" name="Shape 9">
            <a:extLst xmlns:a="http://schemas.openxmlformats.org/drawingml/2006/main">
              <a:ext uri="{FF2B5EF4-FFF2-40B4-BE49-F238E27FC236}">
                <a16:creationId xmlns:a16="http://schemas.microsoft.com/office/drawing/2014/main" id="{F7D14264-9924-0164-0655-4018ED9EB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2668892"/>
            <a:ext cx="548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2" name="Text 10">
            <a:extLst xmlns:a="http://schemas.openxmlformats.org/drawingml/2006/main">
              <a:ext uri="{FF2B5EF4-FFF2-40B4-BE49-F238E27FC236}">
                <a16:creationId xmlns:a16="http://schemas.microsoft.com/office/drawing/2014/main" id="{3337D118-A0A6-6220-1050-8E8F704F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2687180"/>
            <a:ext cx="9601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AgentCore</a:t>
            </a:r>
            <a:endParaRPr sz="1600"/>
          </a:p>
        </p:txBody>
      </p:sp>
      <p:sp>
        <p:nvSpPr>
          <p:cNvPr id="43" name="Text 11">
            <a:extLst xmlns:a="http://schemas.openxmlformats.org/drawingml/2006/main">
              <a:ext uri="{FF2B5EF4-FFF2-40B4-BE49-F238E27FC236}">
                <a16:creationId xmlns:a16="http://schemas.microsoft.com/office/drawing/2014/main" id="{CA49556B-02CB-6881-2089-CD9A92B6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2943212"/>
            <a:ext cx="9601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Run, observe, evaluate, and improve agents with built-in and custom evaluators</a:t>
            </a:r>
            <a:endParaRPr sz="1200"/>
          </a:p>
        </p:txBody>
      </p:sp>
      <p:sp>
        <p:nvSpPr>
          <p:cNvPr id="44" name="Shape 12">
            <a:extLst xmlns:a="http://schemas.openxmlformats.org/drawingml/2006/main">
              <a:ext uri="{FF2B5EF4-FFF2-40B4-BE49-F238E27FC236}">
                <a16:creationId xmlns:a16="http://schemas.microsoft.com/office/drawing/2014/main" id="{26F5821E-02C7-0642-48E0-ED133B21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3327260"/>
            <a:ext cx="10360152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5" name="Shape 13">
            <a:extLst xmlns:a="http://schemas.openxmlformats.org/drawingml/2006/main">
              <a:ext uri="{FF2B5EF4-FFF2-40B4-BE49-F238E27FC236}">
                <a16:creationId xmlns:a16="http://schemas.microsoft.com/office/drawing/2014/main" id="{F47F6A9A-8816-D1F3-A989-268C7AC0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3327260"/>
            <a:ext cx="548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6" name="Text 14">
            <a:extLst xmlns:a="http://schemas.openxmlformats.org/drawingml/2006/main">
              <a:ext uri="{FF2B5EF4-FFF2-40B4-BE49-F238E27FC236}">
                <a16:creationId xmlns:a16="http://schemas.microsoft.com/office/drawing/2014/main" id="{770B4DD0-4ABA-56C5-C90B-5C17AC7B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3345548"/>
            <a:ext cx="9601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Strands</a:t>
            </a:r>
            <a:endParaRPr sz="1600"/>
          </a:p>
        </p:txBody>
      </p:sp>
      <p:sp>
        <p:nvSpPr>
          <p:cNvPr id="47" name="Text 15">
            <a:extLst xmlns:a="http://schemas.openxmlformats.org/drawingml/2006/main">
              <a:ext uri="{FF2B5EF4-FFF2-40B4-BE49-F238E27FC236}">
                <a16:creationId xmlns:a16="http://schemas.microsoft.com/office/drawing/2014/main" id="{CCFBB472-B9E0-BD61-3B67-253C594DC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3601580"/>
            <a:ext cx="9601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Agent reasoning chains, context management, and task completion evaluation</a:t>
            </a:r>
            <a:endParaRPr sz="1200"/>
          </a:p>
        </p:txBody>
      </p:sp>
      <p:sp>
        <p:nvSpPr>
          <p:cNvPr id="48" name="Shape 20">
            <a:extLst xmlns:a="http://schemas.openxmlformats.org/drawingml/2006/main">
              <a:ext uri="{FF2B5EF4-FFF2-40B4-BE49-F238E27FC236}">
                <a16:creationId xmlns:a16="http://schemas.microsoft.com/office/drawing/2014/main" id="{1E035589-7CA7-9355-9A8F-9D6ADB63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3985628"/>
            <a:ext cx="10360152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49" name="Shape 21">
            <a:extLst xmlns:a="http://schemas.openxmlformats.org/drawingml/2006/main">
              <a:ext uri="{FF2B5EF4-FFF2-40B4-BE49-F238E27FC236}">
                <a16:creationId xmlns:a16="http://schemas.microsoft.com/office/drawing/2014/main" id="{31768F91-3BAD-70AD-30D0-86797570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3985628"/>
            <a:ext cx="548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50" name="Text 22">
            <a:extLst xmlns:a="http://schemas.openxmlformats.org/drawingml/2006/main">
              <a:ext uri="{FF2B5EF4-FFF2-40B4-BE49-F238E27FC236}">
                <a16:creationId xmlns:a16="http://schemas.microsoft.com/office/drawing/2014/main" id="{21B0068F-D75B-C212-9E7E-3FF5F879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4003916"/>
            <a:ext cx="9601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DSPy</a:t>
            </a:r>
            <a:endParaRPr sz="1600"/>
          </a:p>
        </p:txBody>
      </p:sp>
      <p:sp>
        <p:nvSpPr>
          <p:cNvPr id="51" name="Text 23">
            <a:extLst xmlns:a="http://schemas.openxmlformats.org/drawingml/2006/main">
              <a:ext uri="{FF2B5EF4-FFF2-40B4-BE49-F238E27FC236}">
                <a16:creationId xmlns:a16="http://schemas.microsoft.com/office/drawing/2014/main" id="{834D42C9-7A51-78A7-7954-7935E0EA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4259948"/>
            <a:ext cx="9601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Programmatic optimization of LLM pipelines with automated prompt tuning</a:t>
            </a:r>
            <a:endParaRPr sz="1200"/>
          </a:p>
        </p:txBody>
      </p:sp>
      <p:sp>
        <p:nvSpPr>
          <p:cNvPr id="52" name="Shape 24">
            <a:extLst xmlns:a="http://schemas.openxmlformats.org/drawingml/2006/main">
              <a:ext uri="{FF2B5EF4-FFF2-40B4-BE49-F238E27FC236}">
                <a16:creationId xmlns:a16="http://schemas.microsoft.com/office/drawing/2014/main" id="{FDD1F552-078B-0B0D-0857-0947040E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4643996"/>
            <a:ext cx="10360152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53" name="Shape 25">
            <a:extLst xmlns:a="http://schemas.openxmlformats.org/drawingml/2006/main">
              <a:ext uri="{FF2B5EF4-FFF2-40B4-BE49-F238E27FC236}">
                <a16:creationId xmlns:a16="http://schemas.microsoft.com/office/drawing/2014/main" id="{14FD2EC7-EA04-7383-5672-AB023AE6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4643996"/>
            <a:ext cx="548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54" name="Text 26">
            <a:extLst xmlns:a="http://schemas.openxmlformats.org/drawingml/2006/main">
              <a:ext uri="{FF2B5EF4-FFF2-40B4-BE49-F238E27FC236}">
                <a16:creationId xmlns:a16="http://schemas.microsoft.com/office/drawing/2014/main" id="{A9443250-C050-BFFB-9976-5DDAFCCE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4662284"/>
            <a:ext cx="9601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DeepEval</a:t>
            </a:r>
            <a:endParaRPr sz="1600"/>
          </a:p>
        </p:txBody>
      </p:sp>
      <p:sp>
        <p:nvSpPr>
          <p:cNvPr id="55" name="Text 27">
            <a:extLst xmlns:a="http://schemas.openxmlformats.org/drawingml/2006/main">
              <a:ext uri="{FF2B5EF4-FFF2-40B4-BE49-F238E27FC236}">
                <a16:creationId xmlns:a16="http://schemas.microsoft.com/office/drawing/2014/main" id="{0DC6B5A2-2A2C-74A8-9C97-09741482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4918316"/>
            <a:ext cx="9601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Unit testing framework for LLMs with metrics for hallucination, bias, and toxicity</a:t>
            </a:r>
            <a:endParaRPr sz="1200"/>
          </a:p>
        </p:txBody>
      </p:sp>
      <p:sp>
        <p:nvSpPr>
          <p:cNvPr id="56" name="Shape 28">
            <a:extLst xmlns:a="http://schemas.openxmlformats.org/drawingml/2006/main">
              <a:ext uri="{FF2B5EF4-FFF2-40B4-BE49-F238E27FC236}">
                <a16:creationId xmlns:a16="http://schemas.microsoft.com/office/drawing/2014/main" id="{A330FCC0-1F56-4A75-3B11-43BCB1B3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5302364"/>
            <a:ext cx="10360152" cy="54864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57" name="Shape 29">
            <a:extLst xmlns:a="http://schemas.openxmlformats.org/drawingml/2006/main">
              <a:ext uri="{FF2B5EF4-FFF2-40B4-BE49-F238E27FC236}">
                <a16:creationId xmlns:a16="http://schemas.microsoft.com/office/drawing/2014/main" id="{B3811273-C4D5-0C8D-57DC-799A509D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101" y="5302364"/>
            <a:ext cx="54864" cy="5486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/>
          </a:p>
        </p:txBody>
      </p:sp>
      <p:sp>
        <p:nvSpPr>
          <p:cNvPr id="58" name="Text 30">
            <a:extLst xmlns:a="http://schemas.openxmlformats.org/drawingml/2006/main">
              <a:ext uri="{FF2B5EF4-FFF2-40B4-BE49-F238E27FC236}">
                <a16:creationId xmlns:a16="http://schemas.microsoft.com/office/drawing/2014/main" id="{16C15E08-5FC0-D386-1A6B-7F940421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5320652"/>
            <a:ext cx="960120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MLflow</a:t>
            </a:r>
            <a:endParaRPr sz="1600"/>
          </a:p>
        </p:txBody>
      </p:sp>
      <p:sp>
        <p:nvSpPr>
          <p:cNvPr id="59" name="Text 31">
            <a:extLst xmlns:a="http://schemas.openxmlformats.org/drawingml/2006/main">
              <a:ext uri="{FF2B5EF4-FFF2-40B4-BE49-F238E27FC236}">
                <a16:creationId xmlns:a16="http://schemas.microsoft.com/office/drawing/2014/main" id="{B5A20AE7-D056-5351-0657-8B139212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141" y="5576684"/>
            <a:ext cx="96012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Experiment tracking, model versioning, and evaluation metric logging at scale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61231525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hape 0">
            <a:extLst xmlns:a="http://schemas.openxmlformats.org/drawingml/2006/main">
              <a:ext uri="{FF2B5EF4-FFF2-40B4-BE49-F238E27FC236}">
                <a16:creationId xmlns:a16="http://schemas.microsoft.com/office/drawing/2014/main" id="{2953FC76-F89F-19D5-D0DD-A7CF986E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" y="45720"/>
            <a:ext cx="4846320" cy="68122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1D26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hape 1">
            <a:extLst xmlns:a="http://schemas.openxmlformats.org/drawingml/2006/main">
              <a:ext uri="{FF2B5EF4-FFF2-40B4-BE49-F238E27FC236}">
                <a16:creationId xmlns:a16="http://schemas.microsoft.com/office/drawing/2014/main" id="{F0087D5B-3763-8D35-273C-7246EEA8C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6320" y="0"/>
            <a:ext cx="54864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xt 2">
            <a:extLst xmlns:a="http://schemas.openxmlformats.org/drawingml/2006/main">
              <a:ext uri="{FF2B5EF4-FFF2-40B4-BE49-F238E27FC236}">
                <a16:creationId xmlns:a16="http://schemas.microsoft.com/office/drawing/2014/main" id="{3F0FFF89-5DC6-8755-3DCC-8BD86BA0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41148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300">
                <a:solidFill>
                  <a:srgbClr val="41B3FF"/>
                </a:solidFill>
                <a:latin typeface="Amazon Ember"/>
                <a:ea typeface="Amazon Ember"/>
                <a:cs typeface="Amazon Ember"/>
              </a:rPr>
              <a:t>INTERACTIVE LEARNING</a:t>
            </a:r>
            <a:endParaRPr sz="1400"/>
          </a:p>
        </p:txBody>
      </p:sp>
      <p:sp>
        <p:nvSpPr>
          <p:cNvPr id="9" name="Text 3">
            <a:extLst xmlns:a="http://schemas.openxmlformats.org/drawingml/2006/main">
              <a:ext uri="{FF2B5EF4-FFF2-40B4-BE49-F238E27FC236}">
                <a16:creationId xmlns:a16="http://schemas.microsoft.com/office/drawing/2014/main" id="{BACE530F-8519-2ECB-CCE3-7E698461C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05840"/>
            <a:ext cx="4114800" cy="1097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4400"/>
              </a:lnSpc>
              <a:buNone/>
            </a:pPr>
            <a:r>
              <a:rPr sz="3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AI-Powered</a:t>
            </a:r>
            <a:endParaRPr sz="3400"/>
          </a:p>
          <a:p xmlns:a="http://schemas.openxmlformats.org/drawingml/2006/main">
            <a:pPr marL="0" indent="0">
              <a:lnSpc>
                <a:spcPts val="4400"/>
              </a:lnSpc>
              <a:buNone/>
            </a:pPr>
            <a:r>
              <a:rPr sz="34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Tutor Mode</a:t>
            </a:r>
            <a:endParaRPr sz="3400"/>
          </a:p>
        </p:txBody>
      </p:sp>
      <p:sp>
        <p:nvSpPr>
          <p:cNvPr id="10" name="Text 4">
            <a:extLst xmlns:a="http://schemas.openxmlformats.org/drawingml/2006/main">
              <a:ext uri="{FF2B5EF4-FFF2-40B4-BE49-F238E27FC236}">
                <a16:creationId xmlns:a16="http://schemas.microsoft.com/office/drawing/2014/main" id="{60D3E2B5-7E82-8FAA-DDDE-6F4EFCD92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7440"/>
            <a:ext cx="39319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200"/>
              </a:lnSpc>
              <a:buNone/>
            </a:pPr>
            <a:r>
              <a:rPr sz="14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Every module includes a companion skill file that turns your AI assistant into a hands-on workshop facilitator.</a:t>
            </a:r>
            <a:endParaRPr sz="1400"/>
          </a:p>
        </p:txBody>
      </p:sp>
      <p:sp>
        <p:nvSpPr>
          <p:cNvPr id="11" name="Text 5">
            <a:extLst xmlns:a="http://schemas.openxmlformats.org/drawingml/2006/main">
              <a:ext uri="{FF2B5EF4-FFF2-40B4-BE49-F238E27FC236}">
                <a16:creationId xmlns:a16="http://schemas.microsoft.com/office/drawing/2014/main" id="{CA156BD4-B163-4888-FF7A-7092F067B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4720"/>
            <a:ext cx="3657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 b="1" spc="200">
                <a:solidFill>
                  <a:srgbClr val="41B3FF"/>
                </a:solidFill>
                <a:latin typeface="Amazon Ember"/>
                <a:ea typeface="Amazon Ember"/>
                <a:cs typeface="Amazon Ember"/>
              </a:rPr>
              <a:t>HOW IT WORKS</a:t>
            </a:r>
            <a:endParaRPr sz="1000"/>
          </a:p>
        </p:txBody>
      </p:sp>
      <p:sp>
        <p:nvSpPr>
          <p:cNvPr id="12" name="Shape 6">
            <a:extLst xmlns:a="http://schemas.openxmlformats.org/drawingml/2006/main">
              <a:ext uri="{FF2B5EF4-FFF2-40B4-BE49-F238E27FC236}">
                <a16:creationId xmlns:a16="http://schemas.microsoft.com/office/drawing/2014/main" id="{6DC77033-5039-BE56-1707-93BD0927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Text 7">
            <a:extLst xmlns:a="http://schemas.openxmlformats.org/drawingml/2006/main">
              <a:ext uri="{FF2B5EF4-FFF2-40B4-BE49-F238E27FC236}">
                <a16:creationId xmlns:a16="http://schemas.microsoft.com/office/drawing/2014/main" id="{1990D409-9289-9BA6-477E-8F9F43BBF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8620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1D26"/>
                </a:solidFill>
                <a:latin typeface="Amazon Ember"/>
                <a:ea typeface="Amazon Ember"/>
                <a:cs typeface="Amazon Ember"/>
              </a:rPr>
              <a:t>1</a:t>
            </a:r>
            <a:endParaRPr sz="900"/>
          </a:p>
        </p:txBody>
      </p:sp>
      <p:sp>
        <p:nvSpPr>
          <p:cNvPr id="14" name="Text 8">
            <a:extLst xmlns:a="http://schemas.openxmlformats.org/drawingml/2006/main">
              <a:ext uri="{FF2B5EF4-FFF2-40B4-BE49-F238E27FC236}">
                <a16:creationId xmlns:a16="http://schemas.microsoft.com/office/drawing/2014/main" id="{61CA5EE6-B552-FCF0-AF4A-A448D1A4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84048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Point your assistant at the skill file</a:t>
            </a:r>
            <a:endParaRPr sz="1400"/>
          </a:p>
        </p:txBody>
      </p:sp>
      <p:sp>
        <p:nvSpPr>
          <p:cNvPr id="15" name="Shape 9">
            <a:extLst xmlns:a="http://schemas.openxmlformats.org/drawingml/2006/main">
              <a:ext uri="{FF2B5EF4-FFF2-40B4-BE49-F238E27FC236}">
                <a16:creationId xmlns:a16="http://schemas.microsoft.com/office/drawing/2014/main" id="{39FAD493-F69B-21D6-F8AD-7CFDC129E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Text 10">
            <a:extLst xmlns:a="http://schemas.openxmlformats.org/drawingml/2006/main">
              <a:ext uri="{FF2B5EF4-FFF2-40B4-BE49-F238E27FC236}">
                <a16:creationId xmlns:a16="http://schemas.microsoft.com/office/drawing/2014/main" id="{06A2A86D-BEAA-4DA2-478B-99B0EF69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3484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1D26"/>
                </a:solidFill>
                <a:latin typeface="Amazon Ember"/>
                <a:ea typeface="Amazon Ember"/>
                <a:cs typeface="Amazon Ember"/>
              </a:rPr>
              <a:t>2</a:t>
            </a:r>
            <a:endParaRPr sz="900"/>
          </a:p>
        </p:txBody>
      </p:sp>
      <p:sp>
        <p:nvSpPr>
          <p:cNvPr id="17" name="Text 11">
            <a:extLst xmlns:a="http://schemas.openxmlformats.org/drawingml/2006/main">
              <a:ext uri="{FF2B5EF4-FFF2-40B4-BE49-F238E27FC236}">
                <a16:creationId xmlns:a16="http://schemas.microsoft.com/office/drawing/2014/main" id="{B0D0D2F5-4D2D-96E0-EB4C-7E1C5400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8912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Pick a module and start</a:t>
            </a:r>
            <a:endParaRPr sz="1400"/>
          </a:p>
        </p:txBody>
      </p:sp>
      <p:sp>
        <p:nvSpPr>
          <p:cNvPr id="18" name="Shape 12">
            <a:extLst xmlns:a="http://schemas.openxmlformats.org/drawingml/2006/main">
              <a:ext uri="{FF2B5EF4-FFF2-40B4-BE49-F238E27FC236}">
                <a16:creationId xmlns:a16="http://schemas.microsoft.com/office/drawing/2014/main" id="{B53561F6-DEC2-38A2-D452-F16EECFE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Text 13">
            <a:extLst xmlns:a="http://schemas.openxmlformats.org/drawingml/2006/main">
              <a:ext uri="{FF2B5EF4-FFF2-40B4-BE49-F238E27FC236}">
                <a16:creationId xmlns:a16="http://schemas.microsoft.com/office/drawing/2014/main" id="{58823ED7-3433-9895-2A22-3FC91AEC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83480"/>
            <a:ext cx="20116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900" b="1">
                <a:solidFill>
                  <a:srgbClr val="161D26"/>
                </a:solidFill>
                <a:latin typeface="Amazon Ember"/>
                <a:ea typeface="Amazon Ember"/>
                <a:cs typeface="Amazon Ember"/>
              </a:rPr>
              <a:t>3</a:t>
            </a:r>
            <a:endParaRPr sz="900"/>
          </a:p>
        </p:txBody>
      </p:sp>
      <p:sp>
        <p:nvSpPr>
          <p:cNvPr id="20" name="Text 14">
            <a:extLst xmlns:a="http://schemas.openxmlformats.org/drawingml/2006/main">
              <a:ext uri="{FF2B5EF4-FFF2-40B4-BE49-F238E27FC236}">
                <a16:creationId xmlns:a16="http://schemas.microsoft.com/office/drawing/2014/main" id="{D1F252F0-ACC8-7CC6-CC79-52C30234C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937760"/>
            <a:ext cx="34747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Write code, get feedback, iterate</a:t>
            </a:r>
            <a:endParaRPr sz="1400"/>
          </a:p>
        </p:txBody>
      </p:sp>
      <p:sp>
        <p:nvSpPr>
          <p:cNvPr id="21" name="Text 15">
            <a:extLst xmlns:a="http://schemas.openxmlformats.org/drawingml/2006/main">
              <a:ext uri="{FF2B5EF4-FFF2-40B4-BE49-F238E27FC236}">
                <a16:creationId xmlns:a16="http://schemas.microsoft.com/office/drawing/2014/main" id="{242DF408-AFB0-AB55-E52F-5782D7C3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60720"/>
            <a:ext cx="393192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1800"/>
              </a:lnSpc>
              <a:buNone/>
            </a:pPr>
            <a:r>
              <a:rPr sz="1200" i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Works with Kiro, Claude, or any</a:t>
            </a:r>
            <a:r>
              <a:rPr sz="1200"/>
              <a:t> </a:t>
            </a:r>
            <a:r>
              <a:rPr sz="1200" i="1">
                <a:solidFill>
                  <a:srgbClr val="9BA4AE"/>
                </a:solidFill>
                <a:latin typeface="Amazon Ember"/>
                <a:ea typeface="Amazon Ember"/>
                <a:cs typeface="Amazon Ember"/>
              </a:rPr>
              <a:t>MCP-compatible assistant</a:t>
            </a:r>
            <a:endParaRPr sz="1200"/>
          </a:p>
        </p:txBody>
      </p:sp>
      <p:sp>
        <p:nvSpPr>
          <p:cNvPr id="22" name="Shape 16">
            <a:extLst xmlns:a="http://schemas.openxmlformats.org/drawingml/2006/main">
              <a:ext uri="{FF2B5EF4-FFF2-40B4-BE49-F238E27FC236}">
                <a16:creationId xmlns:a16="http://schemas.microsoft.com/office/drawing/2014/main" id="{A0B6DA82-7C4B-BAB1-2E12-218B6F9FA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57200"/>
            <a:ext cx="30632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Shape 17">
            <a:extLst xmlns:a="http://schemas.openxmlformats.org/drawingml/2006/main">
              <a:ext uri="{FF2B5EF4-FFF2-40B4-BE49-F238E27FC236}">
                <a16:creationId xmlns:a16="http://schemas.microsoft.com/office/drawing/2014/main" id="{4C45CEAC-0E5E-FCCE-657C-1536181AC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457200"/>
            <a:ext cx="30632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8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8584b0f244dd4">
            <a:extLst>
              <a:ext uri="{96DAC541-7B7A-43D3-8B79-37D633B846F1}">
                <asvg:svgBlip xmlns:asvg="http://schemas.microsoft.com/office/drawing/2016/SVG/main" r:embed="R5e30c6acde634465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777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25" name="Text 18">
            <a:extLst xmlns:a="http://schemas.openxmlformats.org/drawingml/2006/main">
              <a:ext uri="{FF2B5EF4-FFF2-40B4-BE49-F238E27FC236}">
                <a16:creationId xmlns:a16="http://schemas.microsoft.com/office/drawing/2014/main" id="{1A150384-A3A8-0EDF-0CF9-66481883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37160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Learn by Doing</a:t>
            </a:r>
            <a:endParaRPr sz="1700"/>
          </a:p>
        </p:txBody>
      </p:sp>
      <p:sp>
        <p:nvSpPr>
          <p:cNvPr id="26" name="Text 19">
            <a:extLst xmlns:a="http://schemas.openxmlformats.org/drawingml/2006/main">
              <a:ext uri="{FF2B5EF4-FFF2-40B4-BE49-F238E27FC236}">
                <a16:creationId xmlns:a16="http://schemas.microsoft.com/office/drawing/2014/main" id="{BC83147B-BB6C-C4BE-F862-54835A1D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1828800"/>
            <a:ext cx="2560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The agent presents challenges and asks you to write code.</a:t>
            </a:r>
            <a:endParaRPr sz="1300"/>
          </a:p>
        </p:txBody>
      </p:sp>
      <p:sp>
        <p:nvSpPr>
          <p:cNvPr id="27" name="Shape 20">
            <a:extLst xmlns:a="http://schemas.openxmlformats.org/drawingml/2006/main">
              <a:ext uri="{FF2B5EF4-FFF2-40B4-BE49-F238E27FC236}">
                <a16:creationId xmlns:a16="http://schemas.microsoft.com/office/drawing/2014/main" id="{CA1B53A1-4FE8-6342-CC51-233D1D5A9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"/>
            <a:ext cx="30632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Shape 21">
            <a:extLst xmlns:a="http://schemas.openxmlformats.org/drawingml/2006/main">
              <a:ext uri="{FF2B5EF4-FFF2-40B4-BE49-F238E27FC236}">
                <a16:creationId xmlns:a16="http://schemas.microsoft.com/office/drawing/2014/main" id="{1D2D7C58-0F23-BEB2-7ACA-CC83E518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57200"/>
            <a:ext cx="30632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3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571d7402c646e7">
            <a:extLst>
              <a:ext uri="{96DAC541-7B7A-43D3-8B79-37D633B846F1}">
                <asvg:svgBlip xmlns:asvg="http://schemas.microsoft.com/office/drawing/2016/SVG/main" r:embed="R20db1465734e4070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1120" y="77724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0" name="Text 22">
            <a:extLst xmlns:a="http://schemas.openxmlformats.org/drawingml/2006/main">
              <a:ext uri="{FF2B5EF4-FFF2-40B4-BE49-F238E27FC236}">
                <a16:creationId xmlns:a16="http://schemas.microsoft.com/office/drawing/2014/main" id="{581E25E6-7951-77B8-E033-CF84C7D1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37160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Your Pace</a:t>
            </a:r>
            <a:endParaRPr sz="1700"/>
          </a:p>
        </p:txBody>
      </p:sp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D9422847-676E-3F10-CD14-6A2B3C1A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1828800"/>
            <a:ext cx="2560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Adapts to your level. Get hints when you’re stuck, skip ahead when you’re ready.</a:t>
            </a:r>
            <a:endParaRPr sz="1300"/>
          </a:p>
        </p:txBody>
      </p:sp>
      <p:sp>
        <p:nvSpPr>
          <p:cNvPr id="32" name="Shape 24">
            <a:extLst xmlns:a="http://schemas.openxmlformats.org/drawingml/2006/main">
              <a:ext uri="{FF2B5EF4-FFF2-40B4-BE49-F238E27FC236}">
                <a16:creationId xmlns:a16="http://schemas.microsoft.com/office/drawing/2014/main" id="{A11CFAE7-BDA5-6476-434E-AF69DAF2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566160"/>
            <a:ext cx="30632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Shape 25">
            <a:extLst xmlns:a="http://schemas.openxmlformats.org/drawingml/2006/main">
              <a:ext uri="{FF2B5EF4-FFF2-40B4-BE49-F238E27FC236}">
                <a16:creationId xmlns:a16="http://schemas.microsoft.com/office/drawing/2014/main" id="{699FB38D-78E8-9DD8-3032-90DBBB018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566160"/>
            <a:ext cx="30632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8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edf358cf6a42fd">
            <a:extLst>
              <a:ext uri="{96DAC541-7B7A-43D3-8B79-37D633B846F1}">
                <asvg:svgBlip xmlns:asvg="http://schemas.microsoft.com/office/drawing/2016/SVG/main" r:embed="R9674db4c358a4452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23560" y="3886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35" name="Text 26">
            <a:extLst xmlns:a="http://schemas.openxmlformats.org/drawingml/2006/main">
              <a:ext uri="{FF2B5EF4-FFF2-40B4-BE49-F238E27FC236}">
                <a16:creationId xmlns:a16="http://schemas.microsoft.com/office/drawing/2014/main" id="{9CA5BBAF-40DA-5C25-2FDB-A1554013A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48056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Instant Feedback</a:t>
            </a:r>
            <a:endParaRPr sz="1700"/>
          </a:p>
        </p:txBody>
      </p:sp>
      <p:sp>
        <p:nvSpPr>
          <p:cNvPr id="60" name="Text 27">
            <a:extLst xmlns:a="http://schemas.openxmlformats.org/drawingml/2006/main">
              <a:ext uri="{FF2B5EF4-FFF2-40B4-BE49-F238E27FC236}">
                <a16:creationId xmlns:a16="http://schemas.microsoft.com/office/drawing/2014/main" id="{451F1585-7239-01E6-2BE2-42B71604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60" y="4937760"/>
            <a:ext cx="2560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Run code and share output with the tutor. You’ll instantly know what worked and what didn’t.</a:t>
            </a:r>
            <a:endParaRPr sz="1300"/>
          </a:p>
        </p:txBody>
      </p:sp>
      <p:sp>
        <p:nvSpPr>
          <p:cNvPr id="61" name="Shape 28">
            <a:extLst xmlns:a="http://schemas.openxmlformats.org/drawingml/2006/main">
              <a:ext uri="{FF2B5EF4-FFF2-40B4-BE49-F238E27FC236}">
                <a16:creationId xmlns:a16="http://schemas.microsoft.com/office/drawing/2014/main" id="{3CD67D39-8E4E-CE28-D2D5-00025B23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6160"/>
            <a:ext cx="3063240" cy="27432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2A3A4E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2" name="Shape 29">
            <a:extLst xmlns:a="http://schemas.openxmlformats.org/drawingml/2006/main">
              <a:ext uri="{FF2B5EF4-FFF2-40B4-BE49-F238E27FC236}">
                <a16:creationId xmlns:a16="http://schemas.microsoft.com/office/drawing/2014/main" id="{3E6E6B48-2882-4283-A72F-2D9B920CD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6160"/>
            <a:ext cx="3063240" cy="548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1B3FF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103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3e298ec5a74efe">
            <a:extLst>
              <a:ext uri="{96DAC541-7B7A-43D3-8B79-37D633B846F1}">
                <asvg:svgBlip xmlns:asvg="http://schemas.microsoft.com/office/drawing/2016/SVG/main" r:embed="R67688d4b48954aec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61120" y="3886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64" name="Text 30">
            <a:extLst xmlns:a="http://schemas.openxmlformats.org/drawingml/2006/main">
              <a:ext uri="{FF2B5EF4-FFF2-40B4-BE49-F238E27FC236}">
                <a16:creationId xmlns:a16="http://schemas.microsoft.com/office/drawing/2014/main" id="{151372FD-3193-DB61-3AF3-DDA8585D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48056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7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Deeper Retention</a:t>
            </a:r>
            <a:endParaRPr sz="1700"/>
          </a:p>
        </p:txBody>
      </p:sp>
      <p:sp>
        <p:nvSpPr>
          <p:cNvPr id="65" name="Text 31">
            <a:extLst xmlns:a="http://schemas.openxmlformats.org/drawingml/2006/main">
              <a:ext uri="{FF2B5EF4-FFF2-40B4-BE49-F238E27FC236}">
                <a16:creationId xmlns:a16="http://schemas.microsoft.com/office/drawing/2014/main" id="{37453D83-B65D-D1C8-C3DF-43A9A8697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0" y="4937760"/>
            <a:ext cx="256032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2000"/>
              </a:lnSpc>
              <a:buNone/>
            </a:pPr>
            <a:r>
              <a:rPr sz="13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Active problem-solving builds understanding that sticks!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409786656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232F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hape 1">
            <a:extLst xmlns:a="http://schemas.openxmlformats.org/drawingml/2006/main">
              <a:ext uri="{FF2B5EF4-FFF2-40B4-BE49-F238E27FC236}">
                <a16:creationId xmlns:a16="http://schemas.microsoft.com/office/drawing/2014/main" id="{13D9E14B-B893-D5DF-0DDE-F47C52D3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645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8500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ext 2">
            <a:extLst xmlns:a="http://schemas.openxmlformats.org/drawingml/2006/main">
              <a:ext uri="{FF2B5EF4-FFF2-40B4-BE49-F238E27FC236}">
                <a16:creationId xmlns:a16="http://schemas.microsoft.com/office/drawing/2014/main" id="{53E2E9FE-A222-D9B7-08D6-F2D28F6E7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57200"/>
            <a:ext cx="548640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 spc="500">
                <a:solidFill>
                  <a:srgbClr val="FF8500"/>
                </a:solidFill>
                <a:latin typeface="Amazon Ember"/>
                <a:ea typeface="Amazon Ember"/>
                <a:cs typeface="Amazon Ember"/>
              </a:rPr>
              <a:t>GET STARTED</a:t>
            </a:r>
            <a:endParaRPr sz="1400"/>
          </a:p>
        </p:txBody>
      </p:sp>
      <p:sp>
        <p:nvSpPr>
          <p:cNvPr id="27" name="Text 3">
            <a:extLst xmlns:a="http://schemas.openxmlformats.org/drawingml/2006/main">
              <a:ext uri="{FF2B5EF4-FFF2-40B4-BE49-F238E27FC236}">
                <a16:creationId xmlns:a16="http://schemas.microsoft.com/office/drawing/2014/main" id="{59BA3387-E3A4-320E-6372-8FB56072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188720"/>
            <a:ext cx="73152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ts val="5400"/>
              </a:lnSpc>
              <a:buNone/>
            </a:pPr>
            <a:r>
              <a:rPr sz="42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Ready to Evaluate</a:t>
            </a:r>
            <a:endParaRPr sz="4200"/>
          </a:p>
          <a:p xmlns:a="http://schemas.openxmlformats.org/drawingml/2006/main">
            <a:pPr marL="0" indent="0">
              <a:lnSpc>
                <a:spcPts val="5400"/>
              </a:lnSpc>
              <a:buNone/>
            </a:pPr>
            <a:r>
              <a:rPr sz="4200" b="1">
                <a:solidFill>
                  <a:srgbClr val="F1F3F3"/>
                </a:solidFill>
                <a:latin typeface="Amazon Ember"/>
                <a:ea typeface="Amazon Ember"/>
                <a:cs typeface="Amazon Ember"/>
              </a:rPr>
              <a:t>Your GenAI Systems?</a:t>
            </a:r>
            <a:endParaRPr sz="4200"/>
          </a:p>
        </p:txBody>
      </p:sp>
      <p:sp>
        <p:nvSpPr>
          <p:cNvPr id="28" name="Shape 4">
            <a:extLst xmlns:a="http://schemas.openxmlformats.org/drawingml/2006/main">
              <a:ext uri="{FF2B5EF4-FFF2-40B4-BE49-F238E27FC236}">
                <a16:creationId xmlns:a16="http://schemas.microsoft.com/office/drawing/2014/main" id="{3CEB76B3-34C3-6C19-9A92-4C47C0F9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017520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FF85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Text 5">
            <a:extLst xmlns:a="http://schemas.openxmlformats.org/drawingml/2006/main">
              <a:ext uri="{FF2B5EF4-FFF2-40B4-BE49-F238E27FC236}">
                <a16:creationId xmlns:a16="http://schemas.microsoft.com/office/drawing/2014/main" id="{E8F0F385-7297-2679-C564-ED46C2A37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291840"/>
            <a:ext cx="9144000" cy="1645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lnSpc>
                <a:spcPts val="2800"/>
              </a:lnSpc>
              <a:buSzPct val="100000"/>
              <a:buChar char="•"/>
            </a:pPr>
            <a:r>
              <a:rPr sz="17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Let's get started!</a:t>
            </a:r>
            <a:endParaRPr sz="1700"/>
          </a:p>
          <a:p xmlns:a="http://schemas.openxmlformats.org/drawingml/2006/main">
            <a:pPr marL="342900" indent="-342900">
              <a:lnSpc>
                <a:spcPts val="2800"/>
              </a:lnSpc>
              <a:buSzPct val="100000"/>
              <a:buChar char="•"/>
            </a:pPr>
            <a:r>
              <a:rPr sz="17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Choose the modules that fit your needs</a:t>
            </a:r>
            <a:endParaRPr sz="1700">
              <a:latin typeface="Amazon Ember"/>
              <a:ea typeface="Amazon Ember"/>
              <a:cs typeface="Amazon Ember"/>
            </a:endParaRPr>
          </a:p>
          <a:p xmlns:a="http://schemas.openxmlformats.org/drawingml/2006/main">
            <a:pPr marL="342900" indent="-342900">
              <a:lnSpc>
                <a:spcPts val="2800"/>
              </a:lnSpc>
              <a:buSzPct val="100000"/>
              <a:buChar char="•"/>
            </a:pPr>
            <a:r>
              <a:rPr sz="1700">
                <a:solidFill>
                  <a:srgbClr val="D1D5DB"/>
                </a:solidFill>
                <a:latin typeface="Amazon Ember"/>
                <a:ea typeface="Amazon Ember"/>
                <a:cs typeface="Amazon Ember"/>
              </a:rPr>
              <a:t>Contact your AWS Solutions Architect</a:t>
            </a:r>
            <a:endParaRPr sz="1700">
              <a:latin typeface="Amazon Ember"/>
              <a:ea typeface="Amazon Ember"/>
              <a:cs typeface="Amazon Ember"/>
            </a:endParaRPr>
          </a:p>
        </p:txBody>
      </p:sp>
      <p:sp>
        <p:nvSpPr>
          <p:cNvPr id="30" name="Text 6">
            <a:extLst xmlns:a="http://schemas.openxmlformats.org/drawingml/2006/main">
              <a:ext uri="{FF2B5EF4-FFF2-40B4-BE49-F238E27FC236}">
                <a16:creationId xmlns:a16="http://schemas.microsoft.com/office/drawing/2014/main" id="{7DBB0CCD-4B58-A2FA-A8F1-509A4DEB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557784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800" b="1">
                <a:solidFill>
                  <a:srgbClr val="232F3E"/>
                </a:solidFill>
                <a:latin typeface="Amazon Ember"/>
                <a:ea typeface="Amazon Ember"/>
                <a:cs typeface="Amazon Ember"/>
              </a:rPr>
              <a:t>Start building confidence in your GenAI systems today.</a:t>
            </a:r>
            <a:endParaRPr sz="1800"/>
          </a:p>
        </p:txBody>
      </p:sp>
      <p:sp>
        <p:nvSpPr>
          <p:cNvPr id="31" name="Text 7">
            <a:extLst xmlns:a="http://schemas.openxmlformats.org/drawingml/2006/main">
              <a:ext uri="{FF2B5EF4-FFF2-40B4-BE49-F238E27FC236}">
                <a16:creationId xmlns:a16="http://schemas.microsoft.com/office/drawing/2014/main" id="{EF022223-790D-345B-4C09-463CE148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6126480"/>
            <a:ext cx="45720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>
                <a:solidFill>
                  <a:srgbClr val="232F3E"/>
                </a:solidFill>
                <a:latin typeface="Amazon Ember"/>
                <a:ea typeface="Amazon Ember"/>
                <a:cs typeface="Amazon Ember"/>
              </a:rPr>
              <a:t>aws.amazon.com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170138857"/>
      </p:ext>
    </p:extLst>
  </p:cSld>
</p:sld>
</file>

<file path=ppt/theme/theme1.xml><?xml version="1.0" encoding="utf-8"?>
<a:theme xmlns:a="http://schemas.openxmlformats.org/drawingml/2006/main" name="AWS Confidential Light">
  <a:themeElements>
    <a:clrScheme name="AWS 2024">
      <a:dk1>
        <a:srgbClr val="000000"/>
      </a:dk1>
      <a:lt1>
        <a:srgbClr val="FFFFFF"/>
      </a:lt1>
      <a:dk2>
        <a:srgbClr val="161D26"/>
      </a:dk2>
      <a:lt2>
        <a:srgbClr val="F3F3F7"/>
      </a:lt2>
      <a:accent1>
        <a:srgbClr val="41B3FF"/>
      </a:accent1>
      <a:accent2>
        <a:srgbClr val="AD5CFF"/>
      </a:accent2>
      <a:accent3>
        <a:srgbClr val="00E500"/>
      </a:accent3>
      <a:accent4>
        <a:srgbClr val="FF5C85"/>
      </a:accent4>
      <a:accent5>
        <a:srgbClr val="FF693C"/>
      </a:accent5>
      <a:accent6>
        <a:srgbClr val="FBD332"/>
      </a:accent6>
      <a:hlink>
        <a:srgbClr val="41B1E8"/>
      </a:hlink>
      <a:folHlink>
        <a:srgbClr val="41B1E8"/>
      </a:folHlink>
    </a:clrScheme>
    <a:fontScheme name="Ember Heavy and Ember">
      <a:majorFont>
        <a:latin typeface="Amazon Ember Heavy"/>
        <a:ea typeface=""/>
        <a:cs typeface=""/>
      </a:majorFont>
      <a:minorFont>
        <a:latin typeface="Amazon Ember"/>
        <a:ea typeface=""/>
        <a:cs typeface=""/>
      </a:minorFont>
    </a:fontScheme>
    <a:fmtScheme name="AWS 2024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2026-08-14T00:55:09.8820000Z</dcterms:created>
  <dcterms:modified xsi:type="dcterms:W3CDTF">2026-08-14T00:55:09.8820000Z</dcterms:modified>
</coreProperties>
</file>